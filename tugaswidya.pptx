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Lst>
  <p:sldSz type="screen4x3" cy="6858000" cx="9144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tableStyles" Target="tableStyle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61" name=""/>
        <p:cNvGrpSpPr/>
        <p:nvPr/>
      </p:nvGrpSpPr>
      <p:grpSpPr>
        <a:xfrm>
          <a:off x="0" y="0"/>
          <a:ext cx="0" cy="0"/>
          <a:chOff x="0" y="0"/>
          <a:chExt cx="0" cy="0"/>
        </a:xfrm>
      </p:grpSpPr>
      <p:sp>
        <p:nvSpPr>
          <p:cNvPr id="1048691"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92"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93"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94"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95"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96"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23" name="Slide Image Placeholder 1"/>
          <p:cNvSpPr>
            <a:spLocks noGrp="1"/>
          </p:cNvSpPr>
          <p:nvPr>
            <p:ph type="sldImg" idx="2"/>
          </p:nvPr>
        </p:nvSpPr>
        <p:spPr/>
      </p:sp>
      <p:sp>
        <p:nvSpPr>
          <p:cNvPr id="1048624" name="Notes Placeholder 2"/>
          <p:cNvSpPr>
            <a:spLocks noGrp="1"/>
          </p:cNvSpPr>
          <p:nvPr>
            <p:ph type="body" sz="quarter" idx="3"/>
          </p:nvPr>
        </p:nvSpPr>
        <p:spPr/>
        <p:txBody>
          <a:bodyPr/>
          <a:p>
            <a:r>
              <a:t>Slide ini menampilkan tampilan awal aplikasi. Pengguna diperlihatkan antarmuka utama yang sederhana sebelum masuk ke sistem.</a:t>
            </a:r>
          </a:p>
        </p:txBody>
      </p:sp>
      <p:sp>
        <p:nvSpPr>
          <p:cNvPr id="1048625"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13" name="Slide Image Placeholder 1"/>
          <p:cNvSpPr>
            <a:spLocks noGrp="1"/>
          </p:cNvSpPr>
          <p:nvPr>
            <p:ph type="sldImg" idx="2"/>
          </p:nvPr>
        </p:nvSpPr>
        <p:spPr/>
      </p:sp>
      <p:sp>
        <p:nvSpPr>
          <p:cNvPr id="1048614" name="Notes Placeholder 2"/>
          <p:cNvSpPr>
            <a:spLocks noGrp="1"/>
          </p:cNvSpPr>
          <p:nvPr>
            <p:ph type="body" sz="quarter" idx="3"/>
          </p:nvPr>
        </p:nvSpPr>
        <p:spPr/>
        <p:txBody>
          <a:bodyPr/>
          <a:p>
            <a:r>
              <a:t>Halaman login berfungsi sebagai gerbang utama keamanan. Pengguna harus memasukkan username dan password agar aplikasi dapat mencatat aktivitas setiap pengguna.</a:t>
            </a:r>
          </a:p>
        </p:txBody>
      </p:sp>
      <p:sp>
        <p:nvSpPr>
          <p:cNvPr id="1048615"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601" name="Slide Image Placeholder 1"/>
          <p:cNvSpPr>
            <a:spLocks noGrp="1"/>
          </p:cNvSpPr>
          <p:nvPr>
            <p:ph type="sldImg" idx="2"/>
          </p:nvPr>
        </p:nvSpPr>
        <p:spPr/>
      </p:sp>
      <p:sp>
        <p:nvSpPr>
          <p:cNvPr id="1048602" name="Notes Placeholder 2"/>
          <p:cNvSpPr>
            <a:spLocks noGrp="1"/>
          </p:cNvSpPr>
          <p:nvPr>
            <p:ph type="body" sz="quarter" idx="3"/>
          </p:nvPr>
        </p:nvSpPr>
        <p:spPr/>
        <p:txBody>
          <a:bodyPr/>
          <a:p>
            <a:r>
              <a:t>Menu Utama berisi enam fitur inti: Stok Obat, Pengadaan Obat, Distribusi ke Ruangan, Retur Obat, Hasil Stock Opname, dan Laporan &amp; Analisis. Menu ini memudahkan navigasi ke seluruh fungsi manajemen farmasi.</a:t>
            </a:r>
          </a:p>
        </p:txBody>
      </p:sp>
      <p:sp>
        <p:nvSpPr>
          <p:cNvPr id="1048603"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586" name="Slide Image Placeholder 1"/>
          <p:cNvSpPr>
            <a:spLocks noGrp="1"/>
          </p:cNvSpPr>
          <p:nvPr>
            <p:ph type="sldImg" idx="2"/>
          </p:nvPr>
        </p:nvSpPr>
        <p:spPr/>
      </p:sp>
      <p:sp>
        <p:nvSpPr>
          <p:cNvPr id="1048587" name="Notes Placeholder 2"/>
          <p:cNvSpPr>
            <a:spLocks noGrp="1"/>
          </p:cNvSpPr>
          <p:nvPr>
            <p:ph type="body" sz="quarter" idx="3"/>
          </p:nvPr>
        </p:nvSpPr>
        <p:spPr/>
        <p:txBody>
          <a:bodyPr/>
          <a:p>
            <a:r>
              <a:t>Slide Stok Obat menampilkan daftar obat lengkap dengan kode, nama obat, jumlah stok, dan tanggal kedaluwarsa. Fitur ini membantu memastikan ketersediaan obat selalu terpantau, mencegah kekurangan obat, serta memudahkan pengecekan masa berlaku obat. Data yang akurat pada bagian ini sangat penting untuk mendukung pelayanan farmasi yang aman.</a:t>
            </a:r>
          </a:p>
        </p:txBody>
      </p:sp>
      <p:sp>
        <p:nvSpPr>
          <p:cNvPr id="1048588"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591" name="Slide Image Placeholder 1"/>
          <p:cNvSpPr>
            <a:spLocks noGrp="1"/>
          </p:cNvSpPr>
          <p:nvPr>
            <p:ph type="sldImg" idx="2"/>
          </p:nvPr>
        </p:nvSpPr>
        <p:spPr/>
      </p:sp>
      <p:sp>
        <p:nvSpPr>
          <p:cNvPr id="1048592" name="Notes Placeholder 2"/>
          <p:cNvSpPr>
            <a:spLocks noGrp="1"/>
          </p:cNvSpPr>
          <p:nvPr>
            <p:ph type="body" sz="quarter" idx="3"/>
          </p:nvPr>
        </p:nvSpPr>
        <p:spPr/>
        <p:txBody>
          <a:bodyPr/>
          <a:p>
            <a:r>
              <a:t>Pengadaan Obat berfungsi mencatat proses penambahan persediaan, baik melalui pembelian ataupun permintaan dari pemasok. Pada slide ini dijelaskan bahwa setiap obat yang masuk ke gudang harus dicatat agar riwayat pengadaan jelas dan ketersediaan stok tetap terjaga. Fitur ini membantu mencegah kehabisan stok dan memudahkan perencanaan kebutuhan obat.</a:t>
            </a:r>
          </a:p>
        </p:txBody>
      </p:sp>
      <p:sp>
        <p:nvSpPr>
          <p:cNvPr id="1048593"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606" name="Slide Image Placeholder 1"/>
          <p:cNvSpPr>
            <a:spLocks noGrp="1"/>
          </p:cNvSpPr>
          <p:nvPr>
            <p:ph type="sldImg" idx="2"/>
          </p:nvPr>
        </p:nvSpPr>
        <p:spPr/>
      </p:sp>
      <p:sp>
        <p:nvSpPr>
          <p:cNvPr id="1048607" name="Notes Placeholder 2"/>
          <p:cNvSpPr>
            <a:spLocks noGrp="1"/>
          </p:cNvSpPr>
          <p:nvPr>
            <p:ph type="body" sz="quarter" idx="3"/>
          </p:nvPr>
        </p:nvSpPr>
        <p:spPr/>
        <p:txBody>
          <a:bodyPr/>
          <a:p>
            <a:r>
              <a:t>Distribusi ke Ruangan adalah fitur yang mencatat pengiriman obat dari gudang farmasi menuju ruangan pelayanan seperti rawat inap, IGD, atau poli. Slide ini menunjukkan bagaimana aplikasi memastikan setiap permintaan obat terdokumentasi, mengurangi risiko kehilangan obat, dan memastikan distribusi berlangsung secara efisien dan transparan.</a:t>
            </a:r>
          </a:p>
        </p:txBody>
      </p:sp>
      <p:sp>
        <p:nvSpPr>
          <p:cNvPr id="1048608"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18" name="Slide Image Placeholder 1"/>
          <p:cNvSpPr>
            <a:spLocks noGrp="1"/>
          </p:cNvSpPr>
          <p:nvPr>
            <p:ph type="sldImg" idx="2"/>
          </p:nvPr>
        </p:nvSpPr>
        <p:spPr/>
      </p:sp>
      <p:sp>
        <p:nvSpPr>
          <p:cNvPr id="1048619" name="Notes Placeholder 2"/>
          <p:cNvSpPr>
            <a:spLocks noGrp="1"/>
          </p:cNvSpPr>
          <p:nvPr>
            <p:ph type="body" sz="quarter" idx="3"/>
          </p:nvPr>
        </p:nvSpPr>
        <p:spPr/>
        <p:txBody>
          <a:bodyPr/>
          <a:p>
            <a:r>
              <a:t>Retur Obat mengelola proses pengembalian obat dari ruangan ke gudang, baik karena obat tidak terpakai, berlebih, atau sudah mendekati kedaluwarsa. Slide ini menjelaskan pentingnya pencatatan retur untuk menjaga ketepatan stok serta mencegah pemborosan.</a:t>
            </a:r>
          </a:p>
        </p:txBody>
      </p:sp>
      <p:sp>
        <p:nvSpPr>
          <p:cNvPr id="1048620"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28" name="Slide Image Placeholder 1"/>
          <p:cNvSpPr>
            <a:spLocks noGrp="1"/>
          </p:cNvSpPr>
          <p:nvPr>
            <p:ph type="sldImg" idx="2"/>
          </p:nvPr>
        </p:nvSpPr>
        <p:spPr/>
      </p:sp>
      <p:sp>
        <p:nvSpPr>
          <p:cNvPr id="1048629" name="Notes Placeholder 2"/>
          <p:cNvSpPr>
            <a:spLocks noGrp="1"/>
          </p:cNvSpPr>
          <p:nvPr>
            <p:ph type="body" sz="quarter" idx="3"/>
          </p:nvPr>
        </p:nvSpPr>
        <p:spPr/>
        <p:txBody>
          <a:bodyPr/>
          <a:p>
            <a:r>
              <a:t>Hasil Stock Opname memperlihatkan perbandingan antara stok fisik dan stok yang tercatat di sistem. Slide ini menegaskan bahwa proses stock opname penting untuk mengidentifikasi selisih, memastikan akurasi data, dan meningkatkan pengendalian persediaan.</a:t>
            </a:r>
          </a:p>
        </p:txBody>
      </p:sp>
      <p:sp>
        <p:nvSpPr>
          <p:cNvPr id="1048630"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33" name="Slide Image Placeholder 1"/>
          <p:cNvSpPr>
            <a:spLocks noGrp="1"/>
          </p:cNvSpPr>
          <p:nvPr>
            <p:ph type="sldImg" idx="2"/>
          </p:nvPr>
        </p:nvSpPr>
        <p:spPr/>
      </p:sp>
      <p:sp>
        <p:nvSpPr>
          <p:cNvPr id="1048634" name="Notes Placeholder 2"/>
          <p:cNvSpPr>
            <a:spLocks noGrp="1"/>
          </p:cNvSpPr>
          <p:nvPr>
            <p:ph type="body" sz="quarter" idx="3"/>
          </p:nvPr>
        </p:nvSpPr>
        <p:spPr/>
        <p:txBody>
          <a:bodyPr/>
          <a:p>
            <a:r>
              <a:t>Laporan &amp; Analisis adalah fitur yang menyediakan rangkuman lengkap terkait penggunaan obat, stok masuk dan keluar, serta tren kebutuhan. Slide ini menunjukkan bahwa fitur analisis membantu pihak manajemen dalam mengambil keputusan yang lebih baik terkait perencanaan dan efisiensi penggunaan obat.</a:t>
            </a:r>
          </a:p>
        </p:txBody>
      </p:sp>
      <p:sp>
        <p:nvSpPr>
          <p:cNvPr id="1048635"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51" name=""/>
        <p:cNvGrpSpPr/>
        <p:nvPr/>
      </p:nvGrpSpPr>
      <p:grpSpPr>
        <a:xfrm>
          <a:off x="0" y="0"/>
          <a:ext cx="0" cy="0"/>
          <a:chOff x="0" y="0"/>
          <a:chExt cx="0" cy="0"/>
        </a:xfrm>
      </p:grpSpPr>
      <p:sp>
        <p:nvSpPr>
          <p:cNvPr id="1048636"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
        <p:nvSpPr>
          <p:cNvPr id="1048637"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1048638" name="Date Placeholder 3"/>
          <p:cNvSpPr>
            <a:spLocks noGrp="1"/>
          </p:cNvSpPr>
          <p:nvPr>
            <p:ph type="dt" sz="half" idx="10"/>
          </p:nvPr>
        </p:nvSpPr>
        <p:spPr/>
        <p:txBody>
          <a:bodyPr/>
          <a:p>
            <a:fld id="{5BCAD085-E8A6-8845-BD4E-CB4CCA059FC4}" type="datetimeFigureOut">
              <a:rPr lang="en-US" smtClean="0"/>
              <a:t>1/27/13</a:t>
            </a:fld>
            <a:endParaRPr lang="en-US"/>
          </a:p>
        </p:txBody>
      </p:sp>
      <p:sp>
        <p:nvSpPr>
          <p:cNvPr id="1048639" name="Footer Placeholder 4"/>
          <p:cNvSpPr>
            <a:spLocks noGrp="1"/>
          </p:cNvSpPr>
          <p:nvPr>
            <p:ph type="ftr" sz="quarter" idx="11"/>
          </p:nvPr>
        </p:nvSpPr>
        <p:spPr/>
        <p:txBody>
          <a:bodyPr/>
          <a:p>
            <a:endParaRPr lang="en-US"/>
          </a:p>
        </p:txBody>
      </p:sp>
      <p:sp>
        <p:nvSpPr>
          <p:cNvPr id="1048640" name="Slide Number Placeholder 5"/>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54" name=""/>
        <p:cNvGrpSpPr/>
        <p:nvPr/>
      </p:nvGrpSpPr>
      <p:grpSpPr>
        <a:xfrm>
          <a:off x="0" y="0"/>
          <a:ext cx="0" cy="0"/>
          <a:chOff x="0" y="0"/>
          <a:chExt cx="0" cy="0"/>
        </a:xfrm>
      </p:grpSpPr>
      <p:sp>
        <p:nvSpPr>
          <p:cNvPr id="1048650" name="Title 1"/>
          <p:cNvSpPr>
            <a:spLocks noGrp="1"/>
          </p:cNvSpPr>
          <p:nvPr>
            <p:ph type="title"/>
          </p:nvPr>
        </p:nvSpPr>
        <p:spPr/>
        <p:txBody>
          <a:bodyPr/>
          <a:p>
            <a:r>
              <a:rPr lang="en-US" smtClean="0"/>
              <a:t>Click to edit Master title style</a:t>
            </a:r>
            <a:endParaRPr lang="en-US"/>
          </a:p>
        </p:txBody>
      </p:sp>
      <p:sp>
        <p:nvSpPr>
          <p:cNvPr id="1048651"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52" name="Date Placeholder 3"/>
          <p:cNvSpPr>
            <a:spLocks noGrp="1"/>
          </p:cNvSpPr>
          <p:nvPr>
            <p:ph type="dt" sz="half" idx="10"/>
          </p:nvPr>
        </p:nvSpPr>
        <p:spPr/>
        <p:txBody>
          <a:bodyPr/>
          <a:p>
            <a:fld id="{5BCAD085-E8A6-8845-BD4E-CB4CCA059FC4}" type="datetimeFigureOut">
              <a:rPr lang="en-US" smtClean="0"/>
              <a:t>1/27/13</a:t>
            </a:fld>
            <a:endParaRPr lang="en-US"/>
          </a:p>
        </p:txBody>
      </p:sp>
      <p:sp>
        <p:nvSpPr>
          <p:cNvPr id="1048653" name="Footer Placeholder 4"/>
          <p:cNvSpPr>
            <a:spLocks noGrp="1"/>
          </p:cNvSpPr>
          <p:nvPr>
            <p:ph type="ftr" sz="quarter" idx="11"/>
          </p:nvPr>
        </p:nvSpPr>
        <p:spPr/>
        <p:txBody>
          <a:bodyPr/>
          <a:p>
            <a:endParaRPr lang="en-US"/>
          </a:p>
        </p:txBody>
      </p:sp>
      <p:sp>
        <p:nvSpPr>
          <p:cNvPr id="1048654" name="Slide Number Placeholder 5"/>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57" name=""/>
        <p:cNvGrpSpPr/>
        <p:nvPr/>
      </p:nvGrpSpPr>
      <p:grpSpPr>
        <a:xfrm>
          <a:off x="0" y="0"/>
          <a:ext cx="0" cy="0"/>
          <a:chOff x="0" y="0"/>
          <a:chExt cx="0" cy="0"/>
        </a:xfrm>
      </p:grpSpPr>
      <p:sp>
        <p:nvSpPr>
          <p:cNvPr id="1048666"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
        <p:nvSpPr>
          <p:cNvPr id="1048667"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668" name="Date Placeholder 3"/>
          <p:cNvSpPr>
            <a:spLocks noGrp="1"/>
          </p:cNvSpPr>
          <p:nvPr>
            <p:ph type="dt" sz="half" idx="10"/>
          </p:nvPr>
        </p:nvSpPr>
        <p:spPr/>
        <p:txBody>
          <a:bodyPr/>
          <a:p>
            <a:fld id="{5BCAD085-E8A6-8845-BD4E-CB4CCA059FC4}" type="datetimeFigureOut">
              <a:rPr lang="en-US" smtClean="0"/>
              <a:t>1/27/13</a:t>
            </a:fld>
            <a:endParaRPr lang="en-US"/>
          </a:p>
        </p:txBody>
      </p:sp>
      <p:sp>
        <p:nvSpPr>
          <p:cNvPr id="1048669" name="Footer Placeholder 4"/>
          <p:cNvSpPr>
            <a:spLocks noGrp="1"/>
          </p:cNvSpPr>
          <p:nvPr>
            <p:ph type="ftr" sz="quarter" idx="11"/>
          </p:nvPr>
        </p:nvSpPr>
        <p:spPr/>
        <p:txBody>
          <a:bodyPr/>
          <a:p>
            <a:endParaRPr lang="en-US"/>
          </a:p>
        </p:txBody>
      </p:sp>
      <p:sp>
        <p:nvSpPr>
          <p:cNvPr id="1048670" name="Slide Number Placeholder 5"/>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58" name=""/>
        <p:cNvGrpSpPr/>
        <p:nvPr/>
      </p:nvGrpSpPr>
      <p:grpSpPr>
        <a:xfrm>
          <a:off x="0" y="0"/>
          <a:ext cx="0" cy="0"/>
          <a:chOff x="0" y="0"/>
          <a:chExt cx="0" cy="0"/>
        </a:xfrm>
      </p:grpSpPr>
      <p:sp>
        <p:nvSpPr>
          <p:cNvPr id="1048671" name="Title 1"/>
          <p:cNvSpPr>
            <a:spLocks noGrp="1"/>
          </p:cNvSpPr>
          <p:nvPr>
            <p:ph type="title"/>
          </p:nvPr>
        </p:nvSpPr>
        <p:spPr/>
        <p:txBody>
          <a:bodyPr/>
          <a:p>
            <a:r>
              <a:rPr lang="en-US" smtClean="0"/>
              <a:t>Click to edit Master title style</a:t>
            </a:r>
            <a:endParaRPr lang="en-US"/>
          </a:p>
        </p:txBody>
      </p:sp>
      <p:sp>
        <p:nvSpPr>
          <p:cNvPr id="1048672"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73"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74" name="Date Placeholder 4"/>
          <p:cNvSpPr>
            <a:spLocks noGrp="1"/>
          </p:cNvSpPr>
          <p:nvPr>
            <p:ph type="dt" sz="half" idx="10"/>
          </p:nvPr>
        </p:nvSpPr>
        <p:spPr/>
        <p:txBody>
          <a:bodyPr/>
          <a:p>
            <a:fld id="{5BCAD085-E8A6-8845-BD4E-CB4CCA059FC4}" type="datetimeFigureOut">
              <a:rPr lang="en-US" smtClean="0"/>
              <a:t>1/27/13</a:t>
            </a:fld>
            <a:endParaRPr lang="en-US"/>
          </a:p>
        </p:txBody>
      </p:sp>
      <p:sp>
        <p:nvSpPr>
          <p:cNvPr id="1048675" name="Footer Placeholder 5"/>
          <p:cNvSpPr>
            <a:spLocks noGrp="1"/>
          </p:cNvSpPr>
          <p:nvPr>
            <p:ph type="ftr" sz="quarter" idx="11"/>
          </p:nvPr>
        </p:nvSpPr>
        <p:spPr/>
        <p:txBody>
          <a:bodyPr/>
          <a:p>
            <a:endParaRPr lang="en-US"/>
          </a:p>
        </p:txBody>
      </p:sp>
      <p:sp>
        <p:nvSpPr>
          <p:cNvPr id="1048676" name="Slide Number Placeholder 6"/>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59" name=""/>
        <p:cNvGrpSpPr/>
        <p:nvPr/>
      </p:nvGrpSpPr>
      <p:grpSpPr>
        <a:xfrm>
          <a:off x="0" y="0"/>
          <a:ext cx="0" cy="0"/>
          <a:chOff x="0" y="0"/>
          <a:chExt cx="0" cy="0"/>
        </a:xfrm>
      </p:grpSpPr>
      <p:sp>
        <p:nvSpPr>
          <p:cNvPr id="1048677" name="Title 1"/>
          <p:cNvSpPr>
            <a:spLocks noGrp="1"/>
          </p:cNvSpPr>
          <p:nvPr>
            <p:ph type="title"/>
          </p:nvPr>
        </p:nvSpPr>
        <p:spPr/>
        <p:txBody>
          <a:bodyPr/>
          <a:p>
            <a:r>
              <a:rPr lang="en-US" smtClean="0"/>
              <a:t>Click to edit Master title style</a:t>
            </a:r>
            <a:endParaRPr lang="en-US"/>
          </a:p>
        </p:txBody>
      </p:sp>
      <p:sp>
        <p:nvSpPr>
          <p:cNvPr id="1048678"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679"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80"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681"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82" name="Date Placeholder 6"/>
          <p:cNvSpPr>
            <a:spLocks noGrp="1"/>
          </p:cNvSpPr>
          <p:nvPr>
            <p:ph type="dt" sz="half" idx="10"/>
          </p:nvPr>
        </p:nvSpPr>
        <p:spPr/>
        <p:txBody>
          <a:bodyPr/>
          <a:p>
            <a:fld id="{5BCAD085-E8A6-8845-BD4E-CB4CCA059FC4}" type="datetimeFigureOut">
              <a:rPr lang="en-US" smtClean="0"/>
              <a:t>1/27/13</a:t>
            </a:fld>
            <a:endParaRPr lang="en-US"/>
          </a:p>
        </p:txBody>
      </p:sp>
      <p:sp>
        <p:nvSpPr>
          <p:cNvPr id="1048683" name="Footer Placeholder 7"/>
          <p:cNvSpPr>
            <a:spLocks noGrp="1"/>
          </p:cNvSpPr>
          <p:nvPr>
            <p:ph type="ftr" sz="quarter" idx="11"/>
          </p:nvPr>
        </p:nvSpPr>
        <p:spPr/>
        <p:txBody>
          <a:bodyPr/>
          <a:p>
            <a:endParaRPr lang="en-US"/>
          </a:p>
        </p:txBody>
      </p:sp>
      <p:sp>
        <p:nvSpPr>
          <p:cNvPr id="1048684" name="Slide Number Placeholder 8"/>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52" name=""/>
        <p:cNvGrpSpPr/>
        <p:nvPr/>
      </p:nvGrpSpPr>
      <p:grpSpPr>
        <a:xfrm>
          <a:off x="0" y="0"/>
          <a:ext cx="0" cy="0"/>
          <a:chOff x="0" y="0"/>
          <a:chExt cx="0" cy="0"/>
        </a:xfrm>
      </p:grpSpPr>
      <p:sp>
        <p:nvSpPr>
          <p:cNvPr id="1048641" name="Title 1"/>
          <p:cNvSpPr>
            <a:spLocks noGrp="1"/>
          </p:cNvSpPr>
          <p:nvPr>
            <p:ph type="title"/>
          </p:nvPr>
        </p:nvSpPr>
        <p:spPr/>
        <p:txBody>
          <a:bodyPr/>
          <a:p>
            <a:r>
              <a:rPr lang="en-US" smtClean="0"/>
              <a:t>Click to edit Master title style</a:t>
            </a:r>
            <a:endParaRPr lang="en-US"/>
          </a:p>
        </p:txBody>
      </p:sp>
      <p:sp>
        <p:nvSpPr>
          <p:cNvPr id="1048642" name="Date Placeholder 2"/>
          <p:cNvSpPr>
            <a:spLocks noGrp="1"/>
          </p:cNvSpPr>
          <p:nvPr>
            <p:ph type="dt" sz="half" idx="10"/>
          </p:nvPr>
        </p:nvSpPr>
        <p:spPr/>
        <p:txBody>
          <a:bodyPr/>
          <a:p>
            <a:fld id="{5BCAD085-E8A6-8845-BD4E-CB4CCA059FC4}" type="datetimeFigureOut">
              <a:rPr lang="en-US" smtClean="0"/>
              <a:t>1/27/13</a:t>
            </a:fld>
            <a:endParaRPr lang="en-US"/>
          </a:p>
        </p:txBody>
      </p:sp>
      <p:sp>
        <p:nvSpPr>
          <p:cNvPr id="1048643" name="Footer Placeholder 3"/>
          <p:cNvSpPr>
            <a:spLocks noGrp="1"/>
          </p:cNvSpPr>
          <p:nvPr>
            <p:ph type="ftr" sz="quarter" idx="11"/>
          </p:nvPr>
        </p:nvSpPr>
        <p:spPr/>
        <p:txBody>
          <a:bodyPr/>
          <a:p>
            <a:endParaRPr lang="en-US"/>
          </a:p>
        </p:txBody>
      </p:sp>
      <p:sp>
        <p:nvSpPr>
          <p:cNvPr id="1048644" name="Slide Number Placeholder 4"/>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23" name=""/>
        <p:cNvGrpSpPr/>
        <p:nvPr/>
      </p:nvGrpSpPr>
      <p:grpSpPr>
        <a:xfrm>
          <a:off x="0" y="0"/>
          <a:ext cx="0" cy="0"/>
          <a:chOff x="0" y="0"/>
          <a:chExt cx="0" cy="0"/>
        </a:xfrm>
      </p:grpSpPr>
      <p:sp>
        <p:nvSpPr>
          <p:cNvPr id="1048581" name="Date Placeholder 1"/>
          <p:cNvSpPr>
            <a:spLocks noGrp="1"/>
          </p:cNvSpPr>
          <p:nvPr>
            <p:ph type="dt" sz="half" idx="10"/>
          </p:nvPr>
        </p:nvSpPr>
        <p:spPr/>
        <p:txBody>
          <a:bodyPr/>
          <a:p>
            <a:fld id="{5BCAD085-E8A6-8845-BD4E-CB4CCA059FC4}" type="datetimeFigureOut">
              <a:rPr lang="en-US" smtClean="0"/>
              <a:t>1/27/13</a:t>
            </a:fld>
            <a:endParaRPr lang="en-US"/>
          </a:p>
        </p:txBody>
      </p:sp>
      <p:sp>
        <p:nvSpPr>
          <p:cNvPr id="1048582" name="Footer Placeholder 2"/>
          <p:cNvSpPr>
            <a:spLocks noGrp="1"/>
          </p:cNvSpPr>
          <p:nvPr>
            <p:ph type="ftr" sz="quarter" idx="11"/>
          </p:nvPr>
        </p:nvSpPr>
        <p:spPr/>
        <p:txBody>
          <a:bodyPr/>
          <a:p>
            <a:endParaRPr lang="en-US"/>
          </a:p>
        </p:txBody>
      </p:sp>
      <p:sp>
        <p:nvSpPr>
          <p:cNvPr id="1048583" name="Slide Number Placeholder 3"/>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60" name=""/>
        <p:cNvGrpSpPr/>
        <p:nvPr/>
      </p:nvGrpSpPr>
      <p:grpSpPr>
        <a:xfrm>
          <a:off x="0" y="0"/>
          <a:ext cx="0" cy="0"/>
          <a:chOff x="0" y="0"/>
          <a:chExt cx="0" cy="0"/>
        </a:xfrm>
      </p:grpSpPr>
      <p:sp>
        <p:nvSpPr>
          <p:cNvPr id="1048685"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
        <p:nvSpPr>
          <p:cNvPr id="1048686"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87"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88" name="Date Placeholder 4"/>
          <p:cNvSpPr>
            <a:spLocks noGrp="1"/>
          </p:cNvSpPr>
          <p:nvPr>
            <p:ph type="dt" sz="half" idx="10"/>
          </p:nvPr>
        </p:nvSpPr>
        <p:spPr/>
        <p:txBody>
          <a:bodyPr/>
          <a:p>
            <a:fld id="{5BCAD085-E8A6-8845-BD4E-CB4CCA059FC4}" type="datetimeFigureOut">
              <a:rPr lang="en-US" smtClean="0"/>
              <a:t>1/27/13</a:t>
            </a:fld>
            <a:endParaRPr lang="en-US"/>
          </a:p>
        </p:txBody>
      </p:sp>
      <p:sp>
        <p:nvSpPr>
          <p:cNvPr id="1048689" name="Footer Placeholder 5"/>
          <p:cNvSpPr>
            <a:spLocks noGrp="1"/>
          </p:cNvSpPr>
          <p:nvPr>
            <p:ph type="ftr" sz="quarter" idx="11"/>
          </p:nvPr>
        </p:nvSpPr>
        <p:spPr/>
        <p:txBody>
          <a:bodyPr/>
          <a:p>
            <a:endParaRPr lang="en-US"/>
          </a:p>
        </p:txBody>
      </p:sp>
      <p:sp>
        <p:nvSpPr>
          <p:cNvPr id="1048690" name="Slide Number Placeholder 6"/>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55" name=""/>
        <p:cNvGrpSpPr/>
        <p:nvPr/>
      </p:nvGrpSpPr>
      <p:grpSpPr>
        <a:xfrm>
          <a:off x="0" y="0"/>
          <a:ext cx="0" cy="0"/>
          <a:chOff x="0" y="0"/>
          <a:chExt cx="0" cy="0"/>
        </a:xfrm>
      </p:grpSpPr>
      <p:sp>
        <p:nvSpPr>
          <p:cNvPr id="1048655"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
        <p:nvSpPr>
          <p:cNvPr id="1048656" name="Picture Placeholder 2"/>
          <p:cNvSpPr>
            <a:spLocks noGrp="1"/>
          </p:cNvSpPr>
          <p:nvPr>
            <p:ph type="pic" idx="1"/>
          </p:nvPr>
        </p:nvSpPr>
        <p:spPr>
          <a:xfrm>
            <a:off x="1792288" y="612775"/>
            <a:ext cx="54864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57"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58" name="Date Placeholder 4"/>
          <p:cNvSpPr>
            <a:spLocks noGrp="1"/>
          </p:cNvSpPr>
          <p:nvPr>
            <p:ph type="dt" sz="half" idx="10"/>
          </p:nvPr>
        </p:nvSpPr>
        <p:spPr/>
        <p:txBody>
          <a:bodyPr/>
          <a:p>
            <a:fld id="{5BCAD085-E8A6-8845-BD4E-CB4CCA059FC4}" type="datetimeFigureOut">
              <a:rPr lang="en-US" smtClean="0"/>
              <a:t>1/27/13</a:t>
            </a:fld>
            <a:endParaRPr lang="en-US"/>
          </a:p>
        </p:txBody>
      </p:sp>
      <p:sp>
        <p:nvSpPr>
          <p:cNvPr id="1048659" name="Footer Placeholder 5"/>
          <p:cNvSpPr>
            <a:spLocks noGrp="1"/>
          </p:cNvSpPr>
          <p:nvPr>
            <p:ph type="ftr" sz="quarter" idx="11"/>
          </p:nvPr>
        </p:nvSpPr>
        <p:spPr/>
        <p:txBody>
          <a:bodyPr/>
          <a:p>
            <a:endParaRPr lang="en-US"/>
          </a:p>
        </p:txBody>
      </p:sp>
      <p:sp>
        <p:nvSpPr>
          <p:cNvPr id="1048660" name="Slide Number Placeholder 6"/>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56" name=""/>
        <p:cNvGrpSpPr/>
        <p:nvPr/>
      </p:nvGrpSpPr>
      <p:grpSpPr>
        <a:xfrm>
          <a:off x="0" y="0"/>
          <a:ext cx="0" cy="0"/>
          <a:chOff x="0" y="0"/>
          <a:chExt cx="0" cy="0"/>
        </a:xfrm>
      </p:grpSpPr>
      <p:sp>
        <p:nvSpPr>
          <p:cNvPr id="1048661" name="Title 1"/>
          <p:cNvSpPr>
            <a:spLocks noGrp="1"/>
          </p:cNvSpPr>
          <p:nvPr>
            <p:ph type="title"/>
          </p:nvPr>
        </p:nvSpPr>
        <p:spPr/>
        <p:txBody>
          <a:bodyPr/>
          <a:p>
            <a:r>
              <a:rPr lang="en-US" smtClean="0"/>
              <a:t>Click to edit Master title style</a:t>
            </a:r>
            <a:endParaRPr lang="en-US"/>
          </a:p>
        </p:txBody>
      </p:sp>
      <p:sp>
        <p:nvSpPr>
          <p:cNvPr id="1048662"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63" name="Date Placeholder 3"/>
          <p:cNvSpPr>
            <a:spLocks noGrp="1"/>
          </p:cNvSpPr>
          <p:nvPr>
            <p:ph type="dt" sz="half" idx="10"/>
          </p:nvPr>
        </p:nvSpPr>
        <p:spPr/>
        <p:txBody>
          <a:bodyPr/>
          <a:p>
            <a:fld id="{5BCAD085-E8A6-8845-BD4E-CB4CCA059FC4}" type="datetimeFigureOut">
              <a:rPr lang="en-US" smtClean="0"/>
              <a:t>1/27/13</a:t>
            </a:fld>
            <a:endParaRPr lang="en-US"/>
          </a:p>
        </p:txBody>
      </p:sp>
      <p:sp>
        <p:nvSpPr>
          <p:cNvPr id="1048664" name="Footer Placeholder 4"/>
          <p:cNvSpPr>
            <a:spLocks noGrp="1"/>
          </p:cNvSpPr>
          <p:nvPr>
            <p:ph type="ftr" sz="quarter" idx="11"/>
          </p:nvPr>
        </p:nvSpPr>
        <p:spPr/>
        <p:txBody>
          <a:bodyPr/>
          <a:p>
            <a:endParaRPr lang="en-US"/>
          </a:p>
        </p:txBody>
      </p:sp>
      <p:sp>
        <p:nvSpPr>
          <p:cNvPr id="1048665" name="Slide Number Placeholder 5"/>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53" name=""/>
        <p:cNvGrpSpPr/>
        <p:nvPr/>
      </p:nvGrpSpPr>
      <p:grpSpPr>
        <a:xfrm>
          <a:off x="0" y="0"/>
          <a:ext cx="0" cy="0"/>
          <a:chOff x="0" y="0"/>
          <a:chExt cx="0" cy="0"/>
        </a:xfrm>
      </p:grpSpPr>
      <p:sp>
        <p:nvSpPr>
          <p:cNvPr id="1048645"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US"/>
          </a:p>
        </p:txBody>
      </p:sp>
      <p:sp>
        <p:nvSpPr>
          <p:cNvPr id="1048646"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47" name="Date Placeholder 3"/>
          <p:cNvSpPr>
            <a:spLocks noGrp="1"/>
          </p:cNvSpPr>
          <p:nvPr>
            <p:ph type="dt" sz="half" idx="10"/>
          </p:nvPr>
        </p:nvSpPr>
        <p:spPr/>
        <p:txBody>
          <a:bodyPr/>
          <a:p>
            <a:fld id="{5BCAD085-E8A6-8845-BD4E-CB4CCA059FC4}" type="datetimeFigureOut">
              <a:rPr lang="en-US" smtClean="0"/>
              <a:t>1/27/13</a:t>
            </a:fld>
            <a:endParaRPr lang="en-US"/>
          </a:p>
        </p:txBody>
      </p:sp>
      <p:sp>
        <p:nvSpPr>
          <p:cNvPr id="1048648" name="Footer Placeholder 4"/>
          <p:cNvSpPr>
            <a:spLocks noGrp="1"/>
          </p:cNvSpPr>
          <p:nvPr>
            <p:ph type="ftr" sz="quarter" idx="11"/>
          </p:nvPr>
        </p:nvSpPr>
        <p:spPr/>
        <p:txBody>
          <a:bodyPr/>
          <a:p>
            <a:endParaRPr lang="en-US"/>
          </a:p>
        </p:txBody>
      </p:sp>
      <p:sp>
        <p:nvSpPr>
          <p:cNvPr id="1048649" name="Slide Number Placeholder 5"/>
          <p:cNvSpPr>
            <a:spLocks noGrp="1"/>
          </p:cNvSpPr>
          <p:nvPr>
            <p:ph type="sldNum" sz="quarter" idx="12"/>
          </p:nvPr>
        </p:nvSpPr>
        <p:spPr/>
        <p:txBody>
          <a:bodyPr/>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p:spPr>
        <p:txBody>
          <a:bodyPr anchor="ctr" bIns="45720" lIns="91440" rIns="91440" rtlCol="0" tIns="45720" vert="horz">
            <a:normAutofit/>
          </a:bodyPr>
          <a:p>
            <a:r>
              <a:rPr lang="en-US" smtClean="0"/>
              <a:t>Click to edit Master title style</a:t>
            </a:r>
            <a:endParaRPr lang="en-US"/>
          </a:p>
        </p:txBody>
      </p:sp>
      <p:sp>
        <p:nvSpPr>
          <p:cNvPr id="1048577" name="Text Placeholder 2"/>
          <p:cNvSpPr>
            <a:spLocks noGrp="1"/>
          </p:cNvSpPr>
          <p:nvPr>
            <p:ph type="body" idx="1"/>
          </p:nvPr>
        </p:nvSpPr>
        <p:spPr>
          <a:xfrm>
            <a:off x="457200" y="1600200"/>
            <a:ext cx="8229600" cy="4525963"/>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Date Placeholder 3"/>
          <p:cNvSpPr>
            <a:spLocks noGrp="1"/>
          </p:cNvSpPr>
          <p:nvPr>
            <p:ph type="dt" sz="half" idx="2"/>
          </p:nvPr>
        </p:nvSpPr>
        <p:spPr>
          <a:xfrm>
            <a:off x="457200" y="6356350"/>
            <a:ext cx="2133600" cy="365125"/>
          </a:xfrm>
          <a:prstGeom prst="rect"/>
        </p:spPr>
        <p:txBody>
          <a:bodyPr anchor="ctr" bIns="45720" lIns="91440" rIns="91440" rtlCol="0" tIns="45720" vert="horz"/>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1048579" name="Footer Placeholder 4"/>
          <p:cNvSpPr>
            <a:spLocks noGrp="1"/>
          </p:cNvSpPr>
          <p:nvPr>
            <p:ph type="ftr" sz="quarter" idx="3"/>
          </p:nvPr>
        </p:nvSpPr>
        <p:spPr>
          <a:xfrm>
            <a:off x="3124200" y="6356350"/>
            <a:ext cx="28956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p:spPr>
        <p:txBody>
          <a:bodyPr anchor="ctr" bIns="45720" lIns="91440" rIns="91440" rtlCol="0" tIns="45720" vert="horz"/>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eaLnBrk="1" hangingPunct="1" latinLnBrk="0" rtl="0">
        <a:spcBef>
          <a:spcPct val="0"/>
        </a:spcBef>
        <a:buNone/>
        <a:defRPr sz="4400" kern="1200">
          <a:solidFill>
            <a:schemeClr val="tx1"/>
          </a:solidFill>
          <a:latin typeface="+mj-lt"/>
          <a:ea typeface="+mj-ea"/>
          <a:cs typeface="+mj-cs"/>
        </a:defRPr>
      </a:lvl1pPr>
    </p:titleStyle>
    <p:bodyStyle>
      <a:lvl1pPr algn="l" defTabSz="457200" eaLnBrk="1" hangingPunct="1" indent="-342900" latinLnBrk="0" marL="342900" rtl="0">
        <a:spcBef>
          <a:spcPct val="20000"/>
        </a:spcBef>
        <a:buFont typeface="Arial"/>
        <a:buChar char="•"/>
        <a:defRPr sz="3200" kern="1200">
          <a:solidFill>
            <a:schemeClr val="tx1"/>
          </a:solidFill>
          <a:latin typeface="+mn-lt"/>
          <a:ea typeface="+mn-ea"/>
          <a:cs typeface="+mn-cs"/>
        </a:defRPr>
      </a:lvl1pPr>
      <a:lvl2pPr algn="l" defTabSz="457200" eaLnBrk="1" hangingPunct="1" indent="-285750" latinLnBrk="0" marL="742950" rtl="0">
        <a:spcBef>
          <a:spcPct val="20000"/>
        </a:spcBef>
        <a:buFont typeface="Arial"/>
        <a:buChar char="–"/>
        <a:defRPr sz="2800" kern="1200">
          <a:solidFill>
            <a:schemeClr val="tx1"/>
          </a:solidFill>
          <a:latin typeface="+mn-lt"/>
          <a:ea typeface="+mn-ea"/>
          <a:cs typeface="+mn-cs"/>
        </a:defRPr>
      </a:lvl2pPr>
      <a:lvl3pPr algn="l" defTabSz="457200" eaLnBrk="1" hangingPunct="1" indent="-228600" latinLnBrk="0" marL="1143000" rtl="0">
        <a:spcBef>
          <a:spcPct val="20000"/>
        </a:spcBef>
        <a:buFont typeface="Arial"/>
        <a:buChar char="•"/>
        <a:defRPr sz="2400" kern="1200">
          <a:solidFill>
            <a:schemeClr val="tx1"/>
          </a:solidFill>
          <a:latin typeface="+mn-lt"/>
          <a:ea typeface="+mn-ea"/>
          <a:cs typeface="+mn-cs"/>
        </a:defRPr>
      </a:lvl3pPr>
      <a:lvl4pPr algn="l" defTabSz="457200" eaLnBrk="1" hangingPunct="1" indent="-228600" latinLnBrk="0" marL="1600200" rtl="0">
        <a:spcBef>
          <a:spcPct val="20000"/>
        </a:spcBef>
        <a:buFont typeface="Arial"/>
        <a:buChar char="–"/>
        <a:defRPr sz="2000" kern="1200">
          <a:solidFill>
            <a:schemeClr val="tx1"/>
          </a:solidFill>
          <a:latin typeface="+mn-lt"/>
          <a:ea typeface="+mn-ea"/>
          <a:cs typeface="+mn-cs"/>
        </a:defRPr>
      </a:lvl4pPr>
      <a:lvl5pPr algn="l" defTabSz="457200" eaLnBrk="1" hangingPunct="1" indent="-228600" latinLnBrk="0" marL="2057400" rtl="0">
        <a:spcBef>
          <a:spcPct val="20000"/>
        </a:spcBef>
        <a:buFont typeface="Arial"/>
        <a:buChar char="»"/>
        <a:defRPr sz="2000" kern="1200">
          <a:solidFill>
            <a:schemeClr val="tx1"/>
          </a:solidFill>
          <a:latin typeface="+mn-lt"/>
          <a:ea typeface="+mn-ea"/>
          <a:cs typeface="+mn-cs"/>
        </a:defRPr>
      </a:lvl5pPr>
      <a:lvl6pPr algn="l" defTabSz="457200" eaLnBrk="1" hangingPunct="1" indent="-228600" latinLnBrk="0" marL="2514600" rtl="0">
        <a:spcBef>
          <a:spcPct val="20000"/>
        </a:spcBef>
        <a:buFont typeface="Arial"/>
        <a:buChar char="•"/>
        <a:defRPr sz="2000" kern="1200">
          <a:solidFill>
            <a:schemeClr val="tx1"/>
          </a:solidFill>
          <a:latin typeface="+mn-lt"/>
          <a:ea typeface="+mn-ea"/>
          <a:cs typeface="+mn-cs"/>
        </a:defRPr>
      </a:lvl6pPr>
      <a:lvl7pPr algn="l" defTabSz="457200" eaLnBrk="1" hangingPunct="1" indent="-228600" latinLnBrk="0" marL="2971800" rtl="0">
        <a:spcBef>
          <a:spcPct val="20000"/>
        </a:spcBef>
        <a:buFont typeface="Arial"/>
        <a:buChar char="•"/>
        <a:defRPr sz="2000" kern="1200">
          <a:solidFill>
            <a:schemeClr val="tx1"/>
          </a:solidFill>
          <a:latin typeface="+mn-lt"/>
          <a:ea typeface="+mn-ea"/>
          <a:cs typeface="+mn-cs"/>
        </a:defRPr>
      </a:lvl7pPr>
      <a:lvl8pPr algn="l" defTabSz="457200" eaLnBrk="1" hangingPunct="1" indent="-228600" latinLnBrk="0" marL="3429000" rtl="0">
        <a:spcBef>
          <a:spcPct val="20000"/>
        </a:spcBef>
        <a:buFont typeface="Arial"/>
        <a:buChar char="•"/>
        <a:defRPr sz="2000" kern="1200">
          <a:solidFill>
            <a:schemeClr val="tx1"/>
          </a:solidFill>
          <a:latin typeface="+mn-lt"/>
          <a:ea typeface="+mn-ea"/>
          <a:cs typeface="+mn-cs"/>
        </a:defRPr>
      </a:lvl8pPr>
      <a:lvl9pPr algn="l" defTabSz="457200" eaLnBrk="1" hangingPunct="1" indent="-228600" latinLnBrk="0" marL="3886200" rtl="0">
        <a:spcBef>
          <a:spcPct val="20000"/>
        </a:spcBef>
        <a:buFont typeface="Arial"/>
        <a:buChar char="•"/>
        <a:defRPr sz="2000" kern="1200">
          <a:solidFill>
            <a:schemeClr val="tx1"/>
          </a:solidFill>
          <a:latin typeface="+mn-lt"/>
          <a:ea typeface="+mn-ea"/>
          <a:cs typeface="+mn-cs"/>
        </a:defRPr>
      </a:lvl9pPr>
    </p:bodyStyle>
    <p:other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7.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 Target="slide5.xml"/><Relationship Id="rId3" Type="http://schemas.openxmlformats.org/officeDocument/2006/relationships/slide" Target="slide6.xml"/><Relationship Id="rId4" Type="http://schemas.openxmlformats.org/officeDocument/2006/relationships/slide" Target="slide7.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Layout" Target="../slideLayouts/slideLayout7.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7.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7.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7.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7.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7.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p:grpSpPr>
      <p:sp>
        <p:nvSpPr>
          <p:cNvPr id="1048621" name="TextBox 1"/>
          <p:cNvSpPr txBox="1"/>
          <p:nvPr/>
        </p:nvSpPr>
        <p:spPr>
          <a:xfrm>
            <a:off x="528420" y="958387"/>
            <a:ext cx="8087161" cy="1285239"/>
          </a:xfrm>
          <a:prstGeom prst="rect"/>
          <a:noFill/>
        </p:spPr>
        <p:txBody>
          <a:bodyPr wrap="square">
            <a:spAutoFit/>
          </a:bodyPr>
          <a:p>
            <a:pPr>
              <a:defRPr b="1" sz="4000">
                <a:solidFill>
                  <a:srgbClr val="00467A"/>
                </a:solidFill>
              </a:defRPr>
            </a:pPr>
            <a:r>
              <a:t>APLIKASI MANAJEMEN FARMASI OBAT</a:t>
            </a:r>
          </a:p>
        </p:txBody>
      </p:sp>
      <p:sp>
        <p:nvSpPr>
          <p:cNvPr id="1048622" name="TextBox 2"/>
          <p:cNvSpPr txBox="1"/>
          <p:nvPr/>
        </p:nvSpPr>
        <p:spPr>
          <a:xfrm>
            <a:off x="1371600" y="2743200"/>
            <a:ext cx="3439736" cy="358140"/>
          </a:xfrm>
          <a:prstGeom prst="rect"/>
          <a:noFill/>
        </p:spPr>
        <p:txBody>
          <a:bodyPr wrap="none">
            <a:spAutoFit/>
          </a:bodyPr>
          <a:p>
            <a:pPr>
              <a:defRPr sz="1800"/>
            </a:pPr>
            <a:r>
              <a:t>Mockup &amp; Alur - Versi Presentasi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p:grpSpPr>
      <p:sp>
        <p:nvSpPr>
          <p:cNvPr id="1048609" name="TextBox 1"/>
          <p:cNvSpPr txBox="1"/>
          <p:nvPr/>
        </p:nvSpPr>
        <p:spPr>
          <a:xfrm>
            <a:off x="2286000" y="1097280"/>
            <a:ext cx="1579881" cy="358140"/>
          </a:xfrm>
          <a:prstGeom prst="rect"/>
          <a:noFill/>
        </p:spPr>
        <p:txBody>
          <a:bodyPr wrap="none">
            <a:spAutoFit/>
          </a:bodyPr>
          <a:p>
            <a:r>
              <a:t>Login Aplikasi</a:t>
            </a:r>
          </a:p>
        </p:txBody>
      </p:sp>
      <p:sp>
        <p:nvSpPr>
          <p:cNvPr id="1048610" name="TextBox 2"/>
          <p:cNvSpPr txBox="1"/>
          <p:nvPr/>
        </p:nvSpPr>
        <p:spPr>
          <a:xfrm>
            <a:off x="1828800" y="1828800"/>
            <a:ext cx="1871980" cy="358140"/>
          </a:xfrm>
          <a:prstGeom prst="rect"/>
          <a:noFill/>
        </p:spPr>
        <p:txBody>
          <a:bodyPr wrap="none">
            <a:spAutoFit/>
          </a:bodyPr>
          <a:p>
            <a:r>
              <a:t>Username: [____]</a:t>
            </a:r>
          </a:p>
        </p:txBody>
      </p:sp>
      <p:sp>
        <p:nvSpPr>
          <p:cNvPr id="1048611" name="TextBox 3"/>
          <p:cNvSpPr txBox="1"/>
          <p:nvPr/>
        </p:nvSpPr>
        <p:spPr>
          <a:xfrm>
            <a:off x="1828800" y="2468880"/>
            <a:ext cx="1817807" cy="358140"/>
          </a:xfrm>
          <a:prstGeom prst="rect"/>
          <a:noFill/>
        </p:spPr>
        <p:txBody>
          <a:bodyPr wrap="none">
            <a:spAutoFit/>
          </a:bodyPr>
          <a:p>
            <a:r>
              <a:t>Password: [____]</a:t>
            </a:r>
          </a:p>
        </p:txBody>
      </p:sp>
      <p:sp>
        <p:nvSpPr>
          <p:cNvPr id="1048612" name="Rounded Rectangle 4">
            <a:hlinkClick r:id="rId1" action="ppaction://hlinksldjump"/>
          </p:cNvPr>
          <p:cNvSpPr/>
          <p:nvPr/>
        </p:nvSpPr>
        <p:spPr>
          <a:xfrm>
            <a:off x="1828800" y="3291840"/>
            <a:ext cx="1828800" cy="640080"/>
          </a:xfrm>
          <a:prstGeom prst="roundRect"/>
          <a:solidFill>
            <a:srgbClr val="C86450"/>
          </a:solidFill>
        </p:spPr>
        <p:style>
          <a:lnRef idx="1">
            <a:schemeClr val="accent1"/>
          </a:lnRef>
          <a:fillRef idx="3">
            <a:schemeClr val="accent1"/>
          </a:fillRef>
          <a:effectRef idx="2">
            <a:schemeClr val="accent1"/>
          </a:effectRef>
          <a:fontRef idx="minor">
            <a:schemeClr val="lt1"/>
          </a:fontRef>
        </p:style>
        <p:txBody>
          <a:bodyPr anchor="ctr" rtlCol="0"/>
          <a:p>
            <a:pPr>
              <a:defRPr sz="1400">
                <a:solidFill>
                  <a:srgbClr val="FFFFFF"/>
                </a:solidFill>
              </a:defRPr>
            </a:pPr>
            <a:r>
              <a:t>Login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p:grpSpPr>
      <p:sp>
        <p:nvSpPr>
          <p:cNvPr id="1048594" name="TextBox 1"/>
          <p:cNvSpPr txBox="1"/>
          <p:nvPr/>
        </p:nvSpPr>
        <p:spPr>
          <a:xfrm>
            <a:off x="914400" y="457200"/>
            <a:ext cx="3760510" cy="358140"/>
          </a:xfrm>
          <a:prstGeom prst="rect"/>
          <a:noFill/>
        </p:spPr>
        <p:txBody>
          <a:bodyPr wrap="none">
            <a:spAutoFit/>
          </a:bodyPr>
          <a:p>
            <a:r>
              <a:t>Menu Utama - Manajemen Farmasi</a:t>
            </a:r>
          </a:p>
        </p:txBody>
      </p:sp>
      <p:sp>
        <p:nvSpPr>
          <p:cNvPr id="1048595" name="Rounded Rectangle 2">
            <a:hlinkClick r:id="rId1" action="ppaction://hlinksldjump"/>
          </p:cNvPr>
          <p:cNvSpPr/>
          <p:nvPr/>
        </p:nvSpPr>
        <p:spPr>
          <a:xfrm>
            <a:off x="1371600" y="1645920"/>
            <a:ext cx="5486400" cy="548640"/>
          </a:xfrm>
          <a:prstGeom prst="roundRect"/>
          <a:solidFill>
            <a:srgbClr val="C86450"/>
          </a:solidFill>
        </p:spPr>
        <p:style>
          <a:lnRef idx="1">
            <a:schemeClr val="accent1"/>
          </a:lnRef>
          <a:fillRef idx="3">
            <a:schemeClr val="accent1"/>
          </a:fillRef>
          <a:effectRef idx="2">
            <a:schemeClr val="accent1"/>
          </a:effectRef>
          <a:fontRef idx="minor">
            <a:schemeClr val="lt1"/>
          </a:fontRef>
        </p:style>
        <p:txBody>
          <a:bodyPr anchor="ctr" rtlCol="0"/>
          <a:p>
            <a:pPr>
              <a:defRPr sz="1600">
                <a:solidFill>
                  <a:srgbClr val="FFFFFF"/>
                </a:solidFill>
              </a:defRPr>
            </a:pPr>
            <a:r>
              <a:t>Stok Obat</a:t>
            </a:r>
          </a:p>
        </p:txBody>
      </p:sp>
      <p:sp>
        <p:nvSpPr>
          <p:cNvPr id="1048596" name="Rounded Rectangle 3">
            <a:hlinkClick r:id="rId2" action="ppaction://hlinksldjump"/>
          </p:cNvPr>
          <p:cNvSpPr/>
          <p:nvPr/>
        </p:nvSpPr>
        <p:spPr>
          <a:xfrm>
            <a:off x="1371600" y="2468880"/>
            <a:ext cx="5486400" cy="548640"/>
          </a:xfrm>
          <a:prstGeom prst="roundRect"/>
          <a:solidFill>
            <a:srgbClr val="C86450"/>
          </a:solidFill>
        </p:spPr>
        <p:style>
          <a:lnRef idx="1">
            <a:schemeClr val="accent1"/>
          </a:lnRef>
          <a:fillRef idx="3">
            <a:schemeClr val="accent1"/>
          </a:fillRef>
          <a:effectRef idx="2">
            <a:schemeClr val="accent1"/>
          </a:effectRef>
          <a:fontRef idx="minor">
            <a:schemeClr val="lt1"/>
          </a:fontRef>
        </p:style>
        <p:txBody>
          <a:bodyPr anchor="ctr" rtlCol="0"/>
          <a:p>
            <a:pPr>
              <a:defRPr sz="1600">
                <a:solidFill>
                  <a:srgbClr val="FFFFFF"/>
                </a:solidFill>
              </a:defRPr>
            </a:pPr>
            <a:r>
              <a:t>Pengadaan Obat</a:t>
            </a:r>
          </a:p>
        </p:txBody>
      </p:sp>
      <p:sp>
        <p:nvSpPr>
          <p:cNvPr id="1048597" name="Rounded Rectangle 4">
            <a:hlinkClick r:id="rId3" action="ppaction://hlinksldjump"/>
          </p:cNvPr>
          <p:cNvSpPr/>
          <p:nvPr/>
        </p:nvSpPr>
        <p:spPr>
          <a:xfrm>
            <a:off x="1371600" y="3291840"/>
            <a:ext cx="5486400" cy="548640"/>
          </a:xfrm>
          <a:prstGeom prst="roundRect"/>
          <a:solidFill>
            <a:srgbClr val="C86450"/>
          </a:solidFill>
        </p:spPr>
        <p:style>
          <a:lnRef idx="1">
            <a:schemeClr val="accent1"/>
          </a:lnRef>
          <a:fillRef idx="3">
            <a:schemeClr val="accent1"/>
          </a:fillRef>
          <a:effectRef idx="2">
            <a:schemeClr val="accent1"/>
          </a:effectRef>
          <a:fontRef idx="minor">
            <a:schemeClr val="lt1"/>
          </a:fontRef>
        </p:style>
        <p:txBody>
          <a:bodyPr anchor="ctr" rtlCol="0"/>
          <a:p>
            <a:pPr>
              <a:defRPr sz="1600">
                <a:solidFill>
                  <a:srgbClr val="FFFFFF"/>
                </a:solidFill>
              </a:defRPr>
            </a:pPr>
            <a:r>
              <a:t>Distribusi ke Ruangan</a:t>
            </a:r>
          </a:p>
        </p:txBody>
      </p:sp>
      <p:sp>
        <p:nvSpPr>
          <p:cNvPr id="1048598" name="Rounded Rectangle 5">
            <a:hlinkClick r:id="rId4" action="ppaction://hlinksldjump"/>
          </p:cNvPr>
          <p:cNvSpPr/>
          <p:nvPr/>
        </p:nvSpPr>
        <p:spPr>
          <a:xfrm>
            <a:off x="1371600" y="4114800"/>
            <a:ext cx="5486400" cy="548640"/>
          </a:xfrm>
          <a:prstGeom prst="roundRect"/>
          <a:solidFill>
            <a:srgbClr val="C86450"/>
          </a:solidFill>
        </p:spPr>
        <p:style>
          <a:lnRef idx="1">
            <a:schemeClr val="accent1"/>
          </a:lnRef>
          <a:fillRef idx="3">
            <a:schemeClr val="accent1"/>
          </a:fillRef>
          <a:effectRef idx="2">
            <a:schemeClr val="accent1"/>
          </a:effectRef>
          <a:fontRef idx="minor">
            <a:schemeClr val="lt1"/>
          </a:fontRef>
        </p:style>
        <p:txBody>
          <a:bodyPr anchor="ctr" rtlCol="0"/>
          <a:p>
            <a:pPr>
              <a:defRPr sz="1600">
                <a:solidFill>
                  <a:srgbClr val="FFFFFF"/>
                </a:solidFill>
              </a:defRPr>
            </a:pPr>
            <a:r>
              <a:t>Retur Obat</a:t>
            </a:r>
          </a:p>
        </p:txBody>
      </p:sp>
      <p:sp>
        <p:nvSpPr>
          <p:cNvPr id="1048599" name="Rounded Rectangle 6">
            <a:hlinkClick r:id="rId5" action="ppaction://hlinksldjump"/>
          </p:cNvPr>
          <p:cNvSpPr/>
          <p:nvPr/>
        </p:nvSpPr>
        <p:spPr>
          <a:xfrm>
            <a:off x="1371600" y="4937760"/>
            <a:ext cx="5486400" cy="548640"/>
          </a:xfrm>
          <a:prstGeom prst="roundRect"/>
          <a:solidFill>
            <a:srgbClr val="C86450"/>
          </a:solidFill>
        </p:spPr>
        <p:style>
          <a:lnRef idx="1">
            <a:schemeClr val="accent1"/>
          </a:lnRef>
          <a:fillRef idx="3">
            <a:schemeClr val="accent1"/>
          </a:fillRef>
          <a:effectRef idx="2">
            <a:schemeClr val="accent1"/>
          </a:effectRef>
          <a:fontRef idx="minor">
            <a:schemeClr val="lt1"/>
          </a:fontRef>
        </p:style>
        <p:txBody>
          <a:bodyPr anchor="ctr" rtlCol="0"/>
          <a:p>
            <a:pPr>
              <a:defRPr sz="1600">
                <a:solidFill>
                  <a:srgbClr val="FFFFFF"/>
                </a:solidFill>
              </a:defRPr>
            </a:pPr>
            <a:r>
              <a:t>Hasil Stock Opname</a:t>
            </a:r>
          </a:p>
        </p:txBody>
      </p:sp>
      <p:sp>
        <p:nvSpPr>
          <p:cNvPr id="1048600" name="Rounded Rectangle 7">
            <a:hlinkClick r:id="rId6" action="ppaction://hlinksldjump"/>
          </p:cNvPr>
          <p:cNvSpPr/>
          <p:nvPr/>
        </p:nvSpPr>
        <p:spPr>
          <a:xfrm>
            <a:off x="1371600" y="5760720"/>
            <a:ext cx="5486400" cy="548640"/>
          </a:xfrm>
          <a:prstGeom prst="roundRect"/>
          <a:solidFill>
            <a:srgbClr val="C86450"/>
          </a:solidFill>
        </p:spPr>
        <p:style>
          <a:lnRef idx="1">
            <a:schemeClr val="accent1"/>
          </a:lnRef>
          <a:fillRef idx="3">
            <a:schemeClr val="accent1"/>
          </a:fillRef>
          <a:effectRef idx="2">
            <a:schemeClr val="accent1"/>
          </a:effectRef>
          <a:fontRef idx="minor">
            <a:schemeClr val="lt1"/>
          </a:fontRef>
        </p:style>
        <p:txBody>
          <a:bodyPr anchor="ctr" rtlCol="0"/>
          <a:p>
            <a:pPr>
              <a:defRPr sz="1600">
                <a:solidFill>
                  <a:srgbClr val="FFFFFF"/>
                </a:solidFill>
              </a:defRPr>
            </a:pPr>
            <a:r>
              <a:t>Laporan &amp; Analisis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p:grpSpPr>
      <p:sp>
        <p:nvSpPr>
          <p:cNvPr id="1048584" name="TextBox 1"/>
          <p:cNvSpPr txBox="1"/>
          <p:nvPr/>
        </p:nvSpPr>
        <p:spPr>
          <a:xfrm>
            <a:off x="731520" y="457200"/>
            <a:ext cx="1171248" cy="358140"/>
          </a:xfrm>
          <a:prstGeom prst="rect"/>
          <a:noFill/>
        </p:spPr>
        <p:txBody>
          <a:bodyPr wrap="none">
            <a:spAutoFit/>
          </a:bodyPr>
          <a:p>
            <a:r>
              <a:t>Stok Obat</a:t>
            </a:r>
          </a:p>
        </p:txBody>
      </p:sp>
      <p:graphicFrame>
        <p:nvGraphicFramePr>
          <p:cNvPr id="4194304" name="Table 2"/>
          <p:cNvGraphicFramePr>
            <a:graphicFrameLocks noGrp="1"/>
          </p:cNvGraphicFramePr>
          <p:nvPr/>
        </p:nvGraphicFramePr>
        <p:xfrm>
          <a:off x="731520" y="1280160"/>
          <a:ext cx="8229600" cy="3135090"/>
        </p:xfrm>
        <a:graphic>
          <a:graphicData uri="http://schemas.openxmlformats.org/drawingml/2006/table">
            <a:tbl>
              <a:tblPr firstRow="1" bandRow="1">
                <a:tableStyleId>{5C22544A-7EE6-4342-B048-85BDC9FD1C3A}</a:tableStyleId>
              </a:tblPr>
              <a:tblGrid>
                <a:gridCol w="2057400"/>
                <a:gridCol w="2057400"/>
                <a:gridCol w="2057400"/>
                <a:gridCol w="2057400"/>
              </a:tblGrid>
              <a:tr h="391885">
                <a:tc>
                  <a:txBody>
                    <a:bodyPr/>
                    <a:p>
                      <a:r>
                        <a:t>Kode Obat</a:t>
                      </a:r>
                    </a:p>
                  </a:txBody>
                </a:tc>
                <a:tc>
                  <a:txBody>
                    <a:bodyPr/>
                    <a:p>
                      <a:r>
                        <a:t>Nama Obat</a:t>
                      </a:r>
                    </a:p>
                  </a:txBody>
                </a:tc>
                <a:tc>
                  <a:txBody>
                    <a:bodyPr/>
                    <a:p>
                      <a:r>
                        <a:t>Stok</a:t>
                      </a:r>
                    </a:p>
                  </a:txBody>
                </a:tc>
                <a:tc>
                  <a:txBody>
                    <a:bodyPr/>
                    <a:p>
                      <a:r>
                        <a:t>Kadaluarsa</a:t>
                      </a:r>
                    </a:p>
                  </a:txBody>
                </a:tc>
              </a:tr>
              <a:tr h="391885">
                <a:tc>
                  <a:txBody>
                    <a:bodyPr/>
                    <a:p>
                      <a:r>
                        <a:t>OB001</a:t>
                      </a:r>
                    </a:p>
                  </a:txBody>
                </a:tc>
                <a:tc>
                  <a:txBody>
                    <a:bodyPr/>
                    <a:p>
                      <a:r>
                        <a:t>Paracetamol 500mg</a:t>
                      </a:r>
                    </a:p>
                  </a:txBody>
                </a:tc>
                <a:tc>
                  <a:txBody>
                    <a:bodyPr/>
                    <a:p>
                      <a:r>
                        <a:t>120</a:t>
                      </a:r>
                    </a:p>
                  </a:txBody>
                </a:tc>
                <a:tc>
                  <a:txBody>
                    <a:bodyPr/>
                    <a:p>
                      <a:r>
                        <a:t>2026-04-01</a:t>
                      </a:r>
                    </a:p>
                  </a:txBody>
                </a:tc>
              </a:tr>
              <a:tr h="391885">
                <a:tc>
                  <a:txBody>
                    <a:bodyPr/>
                    <a:p>
                      <a:r>
                        <a:t>OB002</a:t>
                      </a:r>
                    </a:p>
                  </a:txBody>
                </a:tc>
                <a:tc>
                  <a:txBody>
                    <a:bodyPr/>
                    <a:p>
                      <a:r>
                        <a:t>Amoxicillin 500mg</a:t>
                      </a:r>
                    </a:p>
                  </a:txBody>
                </a:tc>
                <a:tc>
                  <a:txBody>
                    <a:bodyPr/>
                    <a:p>
                      <a:r>
                        <a:t>50</a:t>
                      </a:r>
                    </a:p>
                  </a:txBody>
                </a:tc>
                <a:tc>
                  <a:txBody>
                    <a:bodyPr/>
                    <a:p>
                      <a:r>
                        <a:t>2025-09-12</a:t>
                      </a:r>
                    </a:p>
                  </a:txBody>
                </a:tc>
              </a:tr>
              <a:tr h="391885">
                <a:tc>
                  <a:txBody>
                    <a:bodyPr/>
                    <a:p>
                      <a:r>
                        <a:t>OB003</a:t>
                      </a:r>
                    </a:p>
                  </a:txBody>
                </a:tc>
                <a:tc>
                  <a:txBody>
                    <a:bodyPr/>
                    <a:p>
                      <a:r>
                        <a:t>Vitamin C 100mg</a:t>
                      </a:r>
                    </a:p>
                  </a:txBody>
                </a:tc>
                <a:tc>
                  <a:txBody>
                    <a:bodyPr/>
                    <a:p>
                      <a:r>
                        <a:t>200</a:t>
                      </a:r>
                    </a:p>
                  </a:txBody>
                </a:tc>
                <a:tc>
                  <a:txBody>
                    <a:bodyPr/>
                    <a:p>
                      <a:r>
                        <a:t>2027-01-20</a:t>
                      </a:r>
                    </a:p>
                  </a:txBody>
                </a:tc>
              </a:tr>
              <a:tr h="391885">
                <a:tc>
                  <a:txBody>
                    <a:bodyPr/>
                    <a:p>
                      <a:r>
                        <a:t>OB004</a:t>
                      </a:r>
                    </a:p>
                  </a:txBody>
                </a:tc>
                <a:tc>
                  <a:txBody>
                    <a:bodyPr/>
                    <a:p>
                      <a:r>
                        <a:t>Metformin 500mg</a:t>
                      </a:r>
                    </a:p>
                  </a:txBody>
                </a:tc>
                <a:tc>
                  <a:txBody>
                    <a:bodyPr/>
                    <a:p>
                      <a:r>
                        <a:t>30</a:t>
                      </a:r>
                    </a:p>
                  </a:txBody>
                </a:tc>
                <a:tc>
                  <a:txBody>
                    <a:bodyPr/>
                    <a:p>
                      <a:r>
                        <a:t>2025-12-05</a:t>
                      </a:r>
                    </a:p>
                  </a:txBody>
                </a:tc>
              </a:tr>
              <a:tr h="391885">
                <a:tc>
                  <a:txBody>
                    <a:bodyPr/>
                    <a:p>
                      <a:r>
                        <a:t>OB005</a:t>
                      </a:r>
                    </a:p>
                  </a:txBody>
                </a:tc>
                <a:tc>
                  <a:txBody>
                    <a:bodyPr/>
                    <a:p>
                      <a:r>
                        <a:t>Aspirin 100mg</a:t>
                      </a:r>
                    </a:p>
                  </a:txBody>
                </a:tc>
                <a:tc>
                  <a:txBody>
                    <a:bodyPr/>
                    <a:p>
                      <a:r>
                        <a:t>80</a:t>
                      </a:r>
                    </a:p>
                  </a:txBody>
                </a:tc>
                <a:tc>
                  <a:txBody>
                    <a:bodyPr/>
                    <a:p>
                      <a:r>
                        <a:t>2026-06-10</a:t>
                      </a:r>
                    </a:p>
                  </a:txBody>
                </a:tc>
              </a:tr>
              <a:tr h="391890">
                <a:tc>
                  <a:txBody>
                    <a:bodyPr/>
                    <a:p/>
                  </a:txBody>
                </a:tc>
                <a:tc>
                  <a:txBody>
                    <a:bodyPr/>
                    <a:p/>
                  </a:txBody>
                </a:tc>
                <a:tc>
                  <a:txBody>
                    <a:bodyPr/>
                    <a:p/>
                  </a:txBody>
                </a:tc>
                <a:tc>
                  <a:txBody>
                    <a:bodyPr/>
                    <a:p/>
                  </a:txBody>
                </a:tc>
              </a:tr>
              <a:tr h="391890">
                <a:tc>
                  <a:txBody>
                    <a:bodyPr/>
                    <a:p>
                      <a:endParaRPr altLang="en-US" lang="in-ID"/>
                    </a:p>
                  </a:txBody>
                </a:tc>
                <a:tc>
                  <a:txBody>
                    <a:bodyPr/>
                    <a:p>
                      <a:endParaRPr altLang="en-US" lang="in-ID"/>
                    </a:p>
                  </a:txBody>
                </a:tc>
                <a:tc>
                  <a:txBody>
                    <a:bodyPr/>
                    <a:p>
                      <a:endParaRPr altLang="en-US" lang="in-ID"/>
                    </a:p>
                  </a:txBody>
                </a:tc>
                <a:tc>
                  <a:txBody>
                    <a:bodyPr/>
                    <a:p>
                      <a:endParaRPr altLang="en-US" lang="in-ID"/>
                    </a:p>
                  </a:txBody>
                </a:tc>
              </a:tr>
            </a:tbl>
          </a:graphicData>
        </a:graphic>
      </p:graphicFrame>
      <p:sp>
        <p:nvSpPr>
          <p:cNvPr id="1048585" name="Rounded Rectangle 3">
            <a:hlinkClick r:id="rId1" action="ppaction://hlinksldjump"/>
          </p:cNvPr>
          <p:cNvSpPr/>
          <p:nvPr/>
        </p:nvSpPr>
        <p:spPr>
          <a:xfrm>
            <a:off x="6400800" y="4297680"/>
            <a:ext cx="1828800" cy="457200"/>
          </a:xfrm>
          <a:prstGeom prst="roundRect"/>
          <a:solidFill>
            <a:srgbClr val="6478B4"/>
          </a:solidFill>
        </p:spPr>
        <p:style>
          <a:lnRef idx="1">
            <a:schemeClr val="accent1"/>
          </a:lnRef>
          <a:fillRef idx="3">
            <a:schemeClr val="accent1"/>
          </a:fillRef>
          <a:effectRef idx="2">
            <a:schemeClr val="accent1"/>
          </a:effectRef>
          <a:fontRef idx="minor">
            <a:schemeClr val="lt1"/>
          </a:fontRef>
        </p:style>
        <p:txBody>
          <a:bodyPr anchor="ctr" rtlCol="0"/>
          <a:p>
            <a:pPr>
              <a:defRPr sz="1200">
                <a:solidFill>
                  <a:srgbClr val="FFFFFF"/>
                </a:solidFill>
              </a:defRPr>
            </a:pPr>
            <a:r>
              <a:t>Kembali ke Menu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7" name=""/>
        <p:cNvGrpSpPr/>
        <p:nvPr/>
      </p:nvGrpSpPr>
      <p:grpSpPr>
        <a:xfrm/>
      </p:grpSpPr>
      <p:sp>
        <p:nvSpPr>
          <p:cNvPr id="1048589" name="TextBox 1"/>
          <p:cNvSpPr txBox="1"/>
          <p:nvPr/>
        </p:nvSpPr>
        <p:spPr>
          <a:xfrm>
            <a:off x="731520" y="457200"/>
            <a:ext cx="1870542" cy="358140"/>
          </a:xfrm>
          <a:prstGeom prst="rect"/>
          <a:noFill/>
        </p:spPr>
        <p:txBody>
          <a:bodyPr wrap="none">
            <a:spAutoFit/>
          </a:bodyPr>
          <a:p>
            <a:r>
              <a:t>Pengadaan Obat</a:t>
            </a:r>
          </a:p>
        </p:txBody>
      </p:sp>
      <p:graphicFrame>
        <p:nvGraphicFramePr>
          <p:cNvPr id="4194305" name="Table 2"/>
          <p:cNvGraphicFramePr>
            <a:graphicFrameLocks noGrp="1"/>
          </p:cNvGraphicFramePr>
          <p:nvPr/>
        </p:nvGraphicFramePr>
        <p:xfrm>
          <a:off x="731520" y="1280160"/>
          <a:ext cx="8229600" cy="1959425"/>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91885">
                <a:tc>
                  <a:txBody>
                    <a:bodyPr/>
                    <a:p>
                      <a:r>
                        <a:rPr altLang="in-ID" lang="en-US"/>
                        <a:t>K</a:t>
                      </a:r>
                      <a:r>
                        <a:rPr altLang="in-ID" lang="en-US"/>
                        <a:t>o</a:t>
                      </a:r>
                      <a:r>
                        <a:rPr altLang="in-ID" lang="en-US"/>
                        <a:t>d</a:t>
                      </a:r>
                      <a:r>
                        <a:rPr altLang="in-ID" lang="en-US"/>
                        <a:t>e</a:t>
                      </a:r>
                      <a:r>
                        <a:rPr altLang="in-ID" lang="en-US"/>
                        <a:t> </a:t>
                      </a:r>
                      <a:r>
                        <a:rPr altLang="in-ID" lang="en-US"/>
                        <a:t>o</a:t>
                      </a:r>
                      <a:r>
                        <a:rPr altLang="in-ID" lang="en-US"/>
                        <a:t>b</a:t>
                      </a:r>
                      <a:r>
                        <a:rPr altLang="in-ID" lang="en-US"/>
                        <a:t>a</a:t>
                      </a:r>
                      <a:r>
                        <a:rPr altLang="in-ID" lang="en-US"/>
                        <a:t>t</a:t>
                      </a:r>
                      <a:endParaRPr altLang="en-US" lang="zh-CN"/>
                    </a:p>
                  </a:txBody>
                </a:tc>
                <a:tc>
                  <a:txBody>
                    <a:bodyPr/>
                    <a:p>
                      <a:r>
                        <a:rPr altLang="in-ID" lang="en-US"/>
                        <a:t>N</a:t>
                      </a:r>
                      <a:r>
                        <a:rPr altLang="in-ID" lang="en-US"/>
                        <a:t>a</a:t>
                      </a:r>
                      <a:r>
                        <a:rPr altLang="in-ID" lang="en-US"/>
                        <a:t>m</a:t>
                      </a:r>
                      <a:r>
                        <a:rPr altLang="in-ID" lang="en-US"/>
                        <a:t>a</a:t>
                      </a:r>
                      <a:r>
                        <a:rPr altLang="in-ID" lang="en-US"/>
                        <a:t> </a:t>
                      </a:r>
                      <a:r>
                        <a:rPr altLang="in-ID" lang="en-US"/>
                        <a:t>o</a:t>
                      </a:r>
                      <a:r>
                        <a:rPr altLang="in-ID" lang="en-US"/>
                        <a:t>b</a:t>
                      </a:r>
                      <a:r>
                        <a:rPr altLang="in-ID" lang="en-US"/>
                        <a:t>a</a:t>
                      </a:r>
                      <a:r>
                        <a:rPr altLang="in-ID" lang="en-US"/>
                        <a:t>t</a:t>
                      </a:r>
                      <a:endParaRPr altLang="en-US" lang="zh-CN"/>
                    </a:p>
                  </a:txBody>
                </a:tc>
                <a:tc>
                  <a:txBody>
                    <a:bodyPr/>
                    <a:p>
                      <a:r>
                        <a:rPr altLang="in-ID" lang="en-US"/>
                        <a:t>J</a:t>
                      </a:r>
                      <a:r>
                        <a:rPr altLang="in-ID" lang="en-US"/>
                        <a:t>u</a:t>
                      </a:r>
                      <a:r>
                        <a:rPr altLang="in-ID" lang="en-US"/>
                        <a:t>m</a:t>
                      </a:r>
                      <a:r>
                        <a:rPr altLang="in-ID" lang="en-US"/>
                        <a:t>b</a:t>
                      </a:r>
                      <a:r>
                        <a:rPr altLang="in-ID" lang="en-US"/>
                        <a:t>l</a:t>
                      </a:r>
                      <a:r>
                        <a:rPr altLang="in-ID" lang="en-US"/>
                        <a:t>a</a:t>
                      </a:r>
                      <a:r>
                        <a:rPr altLang="in-ID" lang="en-US"/>
                        <a:t>h</a:t>
                      </a:r>
                      <a:r>
                        <a:rPr altLang="in-ID" lang="en-US"/>
                        <a:t> </a:t>
                      </a:r>
                      <a:r>
                        <a:rPr altLang="in-ID" lang="en-US"/>
                        <a:t>d</a:t>
                      </a:r>
                      <a:r>
                        <a:rPr altLang="in-ID" lang="en-US"/>
                        <a:t>i</a:t>
                      </a:r>
                      <a:r>
                        <a:rPr altLang="in-ID" lang="en-US"/>
                        <a:t>a</a:t>
                      </a:r>
                      <a:r>
                        <a:rPr altLang="in-ID" lang="en-US"/>
                        <a:t>j</a:t>
                      </a:r>
                      <a:r>
                        <a:rPr altLang="in-ID" lang="en-US"/>
                        <a:t>u</a:t>
                      </a:r>
                      <a:r>
                        <a:rPr altLang="in-ID" lang="en-US"/>
                        <a:t>kan </a:t>
                      </a:r>
                      <a:endParaRPr altLang="en-US" lang="zh-CN"/>
                    </a:p>
                  </a:txBody>
                </a:tc>
                <a:tc>
                  <a:txBody>
                    <a:bodyPr/>
                    <a:p>
                      <a:r>
                        <a:rPr altLang="in-ID" lang="en-US"/>
                        <a:t>T</a:t>
                      </a:r>
                      <a:r>
                        <a:rPr altLang="in-ID" lang="en-US"/>
                        <a:t>a</a:t>
                      </a:r>
                      <a:r>
                        <a:rPr altLang="in-ID" lang="en-US"/>
                        <a:t>n</a:t>
                      </a:r>
                      <a:r>
                        <a:rPr altLang="in-ID" lang="en-US"/>
                        <a:t>g</a:t>
                      </a:r>
                      <a:r>
                        <a:rPr altLang="in-ID" lang="en-US"/>
                        <a:t>a</a:t>
                      </a:r>
                      <a:r>
                        <a:rPr altLang="in-ID" lang="en-US"/>
                        <a:t>l</a:t>
                      </a:r>
                      <a:r>
                        <a:rPr altLang="in-ID" lang="en-US"/>
                        <a:t> </a:t>
                      </a:r>
                      <a:r>
                        <a:rPr altLang="in-ID" lang="en-US"/>
                        <a:t>p</a:t>
                      </a:r>
                      <a:r>
                        <a:rPr altLang="in-ID" lang="en-US"/>
                        <a:t>e</a:t>
                      </a:r>
                      <a:r>
                        <a:rPr altLang="in-ID" lang="en-US"/>
                        <a:t>n</a:t>
                      </a:r>
                      <a:r>
                        <a:rPr altLang="in-ID" lang="en-US"/>
                        <a:t>g</a:t>
                      </a:r>
                      <a:r>
                        <a:rPr altLang="in-ID" lang="en-US"/>
                        <a:t>a</a:t>
                      </a:r>
                      <a:r>
                        <a:rPr altLang="in-ID" lang="en-US"/>
                        <a:t>j</a:t>
                      </a:r>
                      <a:r>
                        <a:rPr altLang="in-ID" lang="en-US"/>
                        <a:t>uan </a:t>
                      </a:r>
                      <a:endParaRPr altLang="en-US" lang="zh-CN"/>
                    </a:p>
                  </a:txBody>
                </a:tc>
                <a:tc>
                  <a:txBody>
                    <a:bodyPr/>
                    <a:lstStyle/>
                    <a:p>
                      <a:r>
                        <a:rPr altLang="in-ID" lang="en-US"/>
                        <a:t>S</a:t>
                      </a:r>
                      <a:r>
                        <a:rPr altLang="in-ID" lang="en-US"/>
                        <a:t>t</a:t>
                      </a:r>
                      <a:r>
                        <a:rPr altLang="in-ID" lang="en-US"/>
                        <a:t>a</a:t>
                      </a:r>
                      <a:r>
                        <a:rPr altLang="in-ID" lang="en-US"/>
                        <a:t>t</a:t>
                      </a:r>
                      <a:r>
                        <a:rPr altLang="in-ID" lang="en-US"/>
                        <a:t>u</a:t>
                      </a:r>
                      <a:r>
                        <a:rPr altLang="in-ID" lang="en-US"/>
                        <a:t>s </a:t>
                      </a:r>
                      <a:endParaRPr altLang="en-US" lang="in-ID"/>
                    </a:p>
                  </a:txBody>
                </a:tc>
              </a:tr>
              <a:tr h="391885">
                <a:tc>
                  <a:txBody>
                    <a:bodyPr/>
                    <a:p>
                      <a:r>
                        <a:rPr altLang="in-ID" lang="en-US"/>
                        <a:t>O</a:t>
                      </a:r>
                      <a:r>
                        <a:rPr altLang="in-ID" lang="en-US"/>
                        <a:t>B</a:t>
                      </a:r>
                      <a:r>
                        <a:rPr altLang="in-ID" lang="en-US"/>
                        <a:t>0</a:t>
                      </a:r>
                      <a:r>
                        <a:rPr altLang="in-ID" lang="en-US"/>
                        <a:t>0</a:t>
                      </a:r>
                      <a:r>
                        <a:rPr altLang="in-ID" lang="en-US"/>
                        <a:t>6</a:t>
                      </a:r>
                      <a:endParaRPr altLang="en-US" lang="zh-CN"/>
                    </a:p>
                  </a:txBody>
                </a:tc>
                <a:tc>
                  <a:txBody>
                    <a:bodyPr/>
                    <a:p>
                      <a:r>
                        <a:rPr altLang="in-ID" lang="en-US"/>
                        <a:t>I</a:t>
                      </a:r>
                      <a:r>
                        <a:rPr altLang="in-ID" lang="en-US"/>
                        <a:t>b</a:t>
                      </a:r>
                      <a:r>
                        <a:rPr altLang="in-ID" lang="en-US"/>
                        <a:t>u</a:t>
                      </a:r>
                      <a:r>
                        <a:rPr altLang="in-ID" lang="en-US"/>
                        <a:t>p</a:t>
                      </a:r>
                      <a:r>
                        <a:rPr altLang="in-ID" lang="en-US"/>
                        <a:t>r</a:t>
                      </a:r>
                      <a:r>
                        <a:rPr altLang="in-ID" lang="en-US"/>
                        <a:t>o</a:t>
                      </a:r>
                      <a:r>
                        <a:rPr altLang="in-ID" lang="en-US"/>
                        <a:t>f</a:t>
                      </a:r>
                      <a:r>
                        <a:rPr altLang="in-ID" lang="en-US"/>
                        <a:t>e</a:t>
                      </a:r>
                      <a:r>
                        <a:rPr altLang="in-ID" lang="en-US"/>
                        <a:t>n</a:t>
                      </a:r>
                      <a:r>
                        <a:rPr altLang="in-ID" lang="en-US"/>
                        <a:t> </a:t>
                      </a:r>
                      <a:r>
                        <a:rPr altLang="in-ID" lang="en-US"/>
                        <a:t>2</a:t>
                      </a:r>
                      <a:r>
                        <a:rPr altLang="in-ID" lang="en-US"/>
                        <a:t>0</a:t>
                      </a:r>
                      <a:r>
                        <a:rPr altLang="in-ID" lang="en-US"/>
                        <a:t>0</a:t>
                      </a:r>
                      <a:r>
                        <a:rPr altLang="in-ID" lang="en-US"/>
                        <a:t>m</a:t>
                      </a:r>
                      <a:r>
                        <a:rPr altLang="in-ID" lang="en-US"/>
                        <a:t>g</a:t>
                      </a:r>
                      <a:endParaRPr altLang="en-US" lang="zh-CN"/>
                    </a:p>
                  </a:txBody>
                </a:tc>
                <a:tc>
                  <a:txBody>
                    <a:bodyPr/>
                    <a:p>
                      <a:r>
                        <a:rPr altLang="in-ID" lang="en-US"/>
                        <a:t>1</a:t>
                      </a:r>
                      <a:r>
                        <a:rPr altLang="in-ID" lang="en-US"/>
                        <a:t>5</a:t>
                      </a:r>
                      <a:r>
                        <a:rPr altLang="in-ID" lang="en-US"/>
                        <a:t>0</a:t>
                      </a:r>
                      <a:endParaRPr altLang="en-US" lang="zh-CN"/>
                    </a:p>
                  </a:txBody>
                </a:tc>
                <a:tc>
                  <a:txBody>
                    <a:bodyPr/>
                    <a:p>
                      <a:r>
                        <a:rPr altLang="in-ID" lang="en-US"/>
                        <a:t>2</a:t>
                      </a:r>
                      <a:r>
                        <a:rPr altLang="in-ID" lang="en-US"/>
                        <a:t>0</a:t>
                      </a:r>
                      <a:r>
                        <a:rPr altLang="in-ID" lang="en-US"/>
                        <a:t>2</a:t>
                      </a:r>
                      <a:r>
                        <a:rPr altLang="in-ID" lang="en-US"/>
                        <a:t>5</a:t>
                      </a:r>
                      <a:r>
                        <a:rPr altLang="in-ID" lang="en-US"/>
                        <a:t>-</a:t>
                      </a:r>
                      <a:r>
                        <a:rPr altLang="in-ID" lang="en-US"/>
                        <a:t>1</a:t>
                      </a:r>
                      <a:r>
                        <a:rPr altLang="in-ID" lang="en-US"/>
                        <a:t>1</a:t>
                      </a:r>
                      <a:r>
                        <a:rPr altLang="in-ID" lang="en-US"/>
                        <a:t>-</a:t>
                      </a:r>
                      <a:r>
                        <a:rPr altLang="in-ID" lang="en-US"/>
                        <a:t>2</a:t>
                      </a:r>
                      <a:r>
                        <a:rPr altLang="in-ID" lang="en-US"/>
                        <a:t>0</a:t>
                      </a:r>
                      <a:endParaRPr altLang="en-US" lang="zh-CN"/>
                    </a:p>
                  </a:txBody>
                </a:tc>
                <a:tc>
                  <a:txBody>
                    <a:bodyPr/>
                    <a:lstStyle/>
                    <a:p>
                      <a:r>
                        <a:rPr altLang="in-ID" lang="en-US"/>
                        <a:t>D</a:t>
                      </a:r>
                      <a:r>
                        <a:rPr altLang="in-ID" lang="en-US"/>
                        <a:t>i</a:t>
                      </a:r>
                      <a:r>
                        <a:rPr altLang="in-ID" lang="en-US"/>
                        <a:t>s</a:t>
                      </a:r>
                      <a:r>
                        <a:rPr altLang="in-ID" lang="en-US"/>
                        <a:t>e</a:t>
                      </a:r>
                      <a:r>
                        <a:rPr altLang="in-ID" lang="en-US"/>
                        <a:t>t</a:t>
                      </a:r>
                      <a:r>
                        <a:rPr altLang="in-ID" lang="en-US"/>
                        <a:t>u</a:t>
                      </a:r>
                      <a:r>
                        <a:rPr altLang="in-ID" lang="en-US"/>
                        <a:t>j</a:t>
                      </a:r>
                      <a:r>
                        <a:rPr altLang="in-ID" lang="en-US"/>
                        <a:t>u</a:t>
                      </a:r>
                      <a:endParaRPr altLang="en-US" lang="in-ID"/>
                    </a:p>
                  </a:txBody>
                </a:tc>
              </a:tr>
              <a:tr h="391885">
                <a:tc>
                  <a:txBody>
                    <a:bodyPr/>
                    <a:p>
                      <a:r>
                        <a:rPr altLang="in-ID" lang="en-US"/>
                        <a:t>O</a:t>
                      </a:r>
                      <a:r>
                        <a:rPr altLang="in-ID" lang="en-US"/>
                        <a:t>B</a:t>
                      </a:r>
                      <a:r>
                        <a:rPr altLang="in-ID" lang="en-US"/>
                        <a:t>0</a:t>
                      </a:r>
                      <a:r>
                        <a:rPr altLang="in-ID" lang="en-US"/>
                        <a:t>0</a:t>
                      </a:r>
                      <a:r>
                        <a:rPr altLang="in-ID" lang="en-US"/>
                        <a:t>7</a:t>
                      </a:r>
                      <a:endParaRPr altLang="en-US" lang="zh-CN"/>
                    </a:p>
                  </a:txBody>
                </a:tc>
                <a:tc>
                  <a:txBody>
                    <a:bodyPr/>
                    <a:p>
                      <a:r>
                        <a:t>Loratadine </a:t>
                      </a:r>
                      <a:r>
                        <a:rPr altLang="in-ID" lang="en-US"/>
                        <a:t>1</a:t>
                      </a:r>
                      <a:r>
                        <a:rPr altLang="in-ID" lang="en-US"/>
                        <a:t>0</a:t>
                      </a:r>
                      <a:r>
                        <a:rPr altLang="in-ID" lang="en-US"/>
                        <a:t>m</a:t>
                      </a:r>
                      <a:r>
                        <a:rPr altLang="in-ID" lang="en-US"/>
                        <a:t>g</a:t>
                      </a:r>
                      <a:endParaRPr altLang="en-US" lang="zh-CN"/>
                    </a:p>
                  </a:txBody>
                </a:tc>
                <a:tc>
                  <a:txBody>
                    <a:bodyPr/>
                    <a:p>
                      <a:r>
                        <a:rPr altLang="in-ID" lang="en-US"/>
                        <a:t>1</a:t>
                      </a:r>
                      <a:r>
                        <a:rPr altLang="in-ID" lang="en-US"/>
                        <a:t>0</a:t>
                      </a:r>
                      <a:r>
                        <a:rPr altLang="in-ID" lang="en-US"/>
                        <a:t>0</a:t>
                      </a:r>
                      <a:endParaRPr altLang="en-US" lang="zh-CN"/>
                    </a:p>
                  </a:txBody>
                </a:tc>
                <a:tc>
                  <a:txBody>
                    <a:bodyPr/>
                    <a:p>
                      <a:r>
                        <a:rPr altLang="in-ID" lang="en-US"/>
                        <a:t>2</a:t>
                      </a:r>
                      <a:r>
                        <a:rPr altLang="in-ID" lang="en-US"/>
                        <a:t>0</a:t>
                      </a:r>
                      <a:r>
                        <a:rPr altLang="in-ID" lang="en-US"/>
                        <a:t>2</a:t>
                      </a:r>
                      <a:r>
                        <a:rPr altLang="in-ID" lang="en-US"/>
                        <a:t>5</a:t>
                      </a:r>
                      <a:r>
                        <a:rPr altLang="in-ID" lang="en-US"/>
                        <a:t>-</a:t>
                      </a:r>
                      <a:r>
                        <a:rPr altLang="in-ID" lang="en-US"/>
                        <a:t>1</a:t>
                      </a:r>
                      <a:r>
                        <a:rPr altLang="in-ID" lang="en-US"/>
                        <a:t>1</a:t>
                      </a:r>
                      <a:r>
                        <a:rPr altLang="in-ID" lang="en-US"/>
                        <a:t>-</a:t>
                      </a:r>
                      <a:r>
                        <a:rPr altLang="in-ID" lang="en-US"/>
                        <a:t>2</a:t>
                      </a:r>
                      <a:r>
                        <a:rPr altLang="in-ID" lang="en-US"/>
                        <a:t>1</a:t>
                      </a:r>
                      <a:endParaRPr altLang="en-US" lang="zh-CN"/>
                    </a:p>
                  </a:txBody>
                </a:tc>
                <a:tc>
                  <a:txBody>
                    <a:bodyPr/>
                    <a:lstStyle/>
                    <a:p>
                      <a:r>
                        <a:rPr altLang="in-ID" lang="en-US"/>
                        <a:t>M</a:t>
                      </a:r>
                      <a:r>
                        <a:rPr altLang="in-ID" lang="en-US"/>
                        <a:t>e</a:t>
                      </a:r>
                      <a:r>
                        <a:rPr altLang="in-ID" lang="en-US"/>
                        <a:t>n</a:t>
                      </a:r>
                      <a:r>
                        <a:rPr altLang="in-ID" lang="en-US"/>
                        <a:t>u</a:t>
                      </a:r>
                      <a:r>
                        <a:rPr altLang="in-ID" lang="en-US"/>
                        <a:t>n</a:t>
                      </a:r>
                      <a:r>
                        <a:rPr altLang="in-ID" lang="en-US"/>
                        <a:t>g</a:t>
                      </a:r>
                      <a:r>
                        <a:rPr altLang="in-ID" lang="en-US"/>
                        <a:t>gu </a:t>
                      </a:r>
                      <a:r>
                        <a:rPr altLang="in-ID" lang="en-US"/>
                        <a:t>p</a:t>
                      </a:r>
                      <a:r>
                        <a:rPr altLang="in-ID" lang="en-US"/>
                        <a:t>e</a:t>
                      </a:r>
                      <a:r>
                        <a:rPr altLang="in-ID" lang="en-US"/>
                        <a:t>r</a:t>
                      </a:r>
                      <a:r>
                        <a:rPr altLang="in-ID" lang="en-US"/>
                        <a:t>s</a:t>
                      </a:r>
                      <a:r>
                        <a:rPr altLang="in-ID" lang="en-US"/>
                        <a:t>e</a:t>
                      </a:r>
                      <a:r>
                        <a:rPr altLang="in-ID" lang="en-US"/>
                        <a:t>t</a:t>
                      </a:r>
                      <a:r>
                        <a:rPr altLang="in-ID" lang="en-US"/>
                        <a:t>ujuan </a:t>
                      </a:r>
                      <a:endParaRPr altLang="en-US" lang="in-ID"/>
                    </a:p>
                  </a:txBody>
                </a:tc>
              </a:tr>
              <a:tr h="391885">
                <a:tc>
                  <a:txBody>
                    <a:bodyPr/>
                    <a:p>
                      <a:r>
                        <a:rPr altLang="in-ID" lang="en-US"/>
                        <a:t>O</a:t>
                      </a:r>
                      <a:r>
                        <a:rPr altLang="in-ID" lang="en-US"/>
                        <a:t>B</a:t>
                      </a:r>
                      <a:r>
                        <a:rPr altLang="in-ID" lang="en-US"/>
                        <a:t>0</a:t>
                      </a:r>
                      <a:r>
                        <a:rPr altLang="in-ID" lang="en-US"/>
                        <a:t>0</a:t>
                      </a:r>
                      <a:r>
                        <a:rPr altLang="in-ID" lang="en-US"/>
                        <a:t>8</a:t>
                      </a:r>
                      <a:endParaRPr altLang="en-US" lang="zh-CN"/>
                    </a:p>
                  </a:txBody>
                </a:tc>
                <a:tc>
                  <a:txBody>
                    <a:bodyPr/>
                    <a:p>
                      <a:r>
                        <a:rPr altLang="in-ID" lang="en-US"/>
                        <a:t>S</a:t>
                      </a:r>
                      <a:r>
                        <a:rPr altLang="in-ID" lang="en-US"/>
                        <a:t>a</a:t>
                      </a:r>
                      <a:r>
                        <a:rPr altLang="in-ID" lang="en-US"/>
                        <a:t>l</a:t>
                      </a:r>
                      <a:r>
                        <a:rPr altLang="in-ID" lang="en-US"/>
                        <a:t>b</a:t>
                      </a:r>
                      <a:r>
                        <a:rPr altLang="in-ID" lang="en-US"/>
                        <a:t>u</a:t>
                      </a:r>
                      <a:r>
                        <a:rPr altLang="in-ID" lang="en-US"/>
                        <a:t>t</a:t>
                      </a:r>
                      <a:r>
                        <a:rPr altLang="in-ID" lang="en-US"/>
                        <a:t>a</a:t>
                      </a:r>
                      <a:r>
                        <a:rPr altLang="in-ID" lang="en-US"/>
                        <a:t>m</a:t>
                      </a:r>
                      <a:r>
                        <a:rPr altLang="in-ID" lang="en-US"/>
                        <a:t>o</a:t>
                      </a:r>
                      <a:r>
                        <a:rPr altLang="in-ID" lang="en-US"/>
                        <a:t>l</a:t>
                      </a:r>
                      <a:r>
                        <a:rPr altLang="in-ID" lang="en-US"/>
                        <a:t> </a:t>
                      </a:r>
                      <a:r>
                        <a:rPr altLang="in-ID" lang="en-US"/>
                        <a:t>i</a:t>
                      </a:r>
                      <a:r>
                        <a:rPr altLang="in-ID" lang="en-US"/>
                        <a:t>n</a:t>
                      </a:r>
                      <a:r>
                        <a:rPr altLang="in-ID" lang="en-US"/>
                        <a:t>h</a:t>
                      </a:r>
                      <a:r>
                        <a:rPr altLang="in-ID" lang="en-US"/>
                        <a:t>a</a:t>
                      </a:r>
                      <a:r>
                        <a:rPr altLang="in-ID" lang="en-US"/>
                        <a:t>l</a:t>
                      </a:r>
                      <a:r>
                        <a:rPr altLang="in-ID" lang="en-US"/>
                        <a:t>e</a:t>
                      </a:r>
                      <a:r>
                        <a:rPr altLang="in-ID" lang="en-US"/>
                        <a:t>r</a:t>
                      </a:r>
                      <a:r>
                        <a:rPr altLang="in-ID" lang="en-US"/>
                        <a:t> </a:t>
                      </a:r>
                      <a:endParaRPr altLang="en-US" lang="zh-CN"/>
                    </a:p>
                  </a:txBody>
                </a:tc>
                <a:tc>
                  <a:txBody>
                    <a:bodyPr/>
                    <a:p>
                      <a:r>
                        <a:rPr altLang="in-ID" lang="en-US"/>
                        <a:t>5</a:t>
                      </a:r>
                      <a:r>
                        <a:rPr altLang="in-ID" lang="en-US"/>
                        <a:t>0</a:t>
                      </a:r>
                      <a:endParaRPr altLang="en-US" lang="zh-CN"/>
                    </a:p>
                  </a:txBody>
                </a:tc>
                <a:tc>
                  <a:txBody>
                    <a:bodyPr/>
                    <a:p>
                      <a:r>
                        <a:rPr altLang="in-ID" lang="en-US"/>
                        <a:t>2</a:t>
                      </a:r>
                      <a:r>
                        <a:rPr altLang="in-ID" lang="en-US"/>
                        <a:t>0</a:t>
                      </a:r>
                      <a:r>
                        <a:rPr altLang="in-ID" lang="en-US"/>
                        <a:t>2</a:t>
                      </a:r>
                      <a:r>
                        <a:rPr altLang="in-ID" lang="en-US"/>
                        <a:t>5</a:t>
                      </a:r>
                      <a:r>
                        <a:rPr altLang="in-ID" lang="en-US"/>
                        <a:t>-</a:t>
                      </a:r>
                      <a:r>
                        <a:rPr altLang="in-ID" lang="en-US"/>
                        <a:t>1</a:t>
                      </a:r>
                      <a:r>
                        <a:rPr altLang="in-ID" lang="en-US"/>
                        <a:t>1</a:t>
                      </a:r>
                      <a:r>
                        <a:rPr altLang="in-ID" lang="en-US"/>
                        <a:t>-</a:t>
                      </a:r>
                      <a:r>
                        <a:rPr altLang="in-ID" lang="en-US"/>
                        <a:t>2</a:t>
                      </a:r>
                      <a:r>
                        <a:rPr altLang="in-ID" lang="en-US"/>
                        <a:t>2</a:t>
                      </a:r>
                      <a:endParaRPr altLang="en-US" lang="zh-CN"/>
                    </a:p>
                  </a:txBody>
                </a:tc>
                <a:tc>
                  <a:txBody>
                    <a:bodyPr/>
                    <a:lstStyle/>
                    <a:p>
                      <a:r>
                        <a:rPr altLang="in-ID" lang="en-US"/>
                        <a:t>D</a:t>
                      </a:r>
                      <a:r>
                        <a:rPr altLang="in-ID" lang="en-US"/>
                        <a:t>i</a:t>
                      </a:r>
                      <a:r>
                        <a:rPr altLang="in-ID" lang="en-US"/>
                        <a:t>t</a:t>
                      </a:r>
                      <a:r>
                        <a:rPr altLang="in-ID" lang="en-US"/>
                        <a:t>o</a:t>
                      </a:r>
                      <a:r>
                        <a:rPr altLang="in-ID" lang="en-US"/>
                        <a:t>l</a:t>
                      </a:r>
                      <a:r>
                        <a:rPr altLang="in-ID" lang="en-US"/>
                        <a:t>ak </a:t>
                      </a:r>
                      <a:endParaRPr altLang="en-US" lang="in-ID"/>
                    </a:p>
                  </a:txBody>
                </a:tc>
              </a:tr>
              <a:tr h="391885">
                <a:tc>
                  <a:txBody>
                    <a:bodyPr/>
                    <a:lstStyle/>
                    <a:p>
                      <a:endParaRPr altLang="en-US" lang="in-ID"/>
                    </a:p>
                  </a:txBody>
                </a:tc>
                <a:tc>
                  <a:txBody>
                    <a:bodyPr/>
                    <a:lstStyle/>
                    <a:p>
                      <a:endParaRPr altLang="en-US" lang="in-ID"/>
                    </a:p>
                  </a:txBody>
                </a:tc>
                <a:tc>
                  <a:txBody>
                    <a:bodyPr/>
                    <a:lstStyle/>
                    <a:p>
                      <a:endParaRPr altLang="en-US" lang="in-ID"/>
                    </a:p>
                  </a:txBody>
                </a:tc>
                <a:tc>
                  <a:txBody>
                    <a:bodyPr/>
                    <a:lstStyle/>
                    <a:p>
                      <a:endParaRPr altLang="en-US" lang="in-ID"/>
                    </a:p>
                  </a:txBody>
                </a:tc>
                <a:tc>
                  <a:txBody>
                    <a:bodyPr/>
                    <a:lstStyle/>
                    <a:p>
                      <a:endParaRPr altLang="en-US" lang="in-ID"/>
                    </a:p>
                  </a:txBody>
                </a:tc>
              </a:tr>
            </a:tbl>
          </a:graphicData>
        </a:graphic>
      </p:graphicFrame>
      <p:sp>
        <p:nvSpPr>
          <p:cNvPr id="1048590" name="Rounded Rectangle 3">
            <a:hlinkClick r:id="rId1" action="ppaction://hlinksldjump"/>
          </p:cNvPr>
          <p:cNvSpPr/>
          <p:nvPr/>
        </p:nvSpPr>
        <p:spPr>
          <a:xfrm>
            <a:off x="6400800" y="4297680"/>
            <a:ext cx="1828800" cy="457200"/>
          </a:xfrm>
          <a:prstGeom prst="roundRect"/>
          <a:solidFill>
            <a:srgbClr val="6478B4"/>
          </a:solidFill>
        </p:spPr>
        <p:style>
          <a:lnRef idx="1">
            <a:schemeClr val="accent1"/>
          </a:lnRef>
          <a:fillRef idx="3">
            <a:schemeClr val="accent1"/>
          </a:fillRef>
          <a:effectRef idx="2">
            <a:schemeClr val="accent1"/>
          </a:effectRef>
          <a:fontRef idx="minor">
            <a:schemeClr val="lt1"/>
          </a:fontRef>
        </p:style>
        <p:txBody>
          <a:bodyPr anchor="ctr" rtlCol="0"/>
          <a:p>
            <a:pPr>
              <a:defRPr sz="1200">
                <a:solidFill>
                  <a:srgbClr val="FFFFFF"/>
                </a:solidFill>
              </a:defRPr>
            </a:pPr>
            <a:r>
              <a:t>Kembali ke Menu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p:grpSpPr>
      <p:sp>
        <p:nvSpPr>
          <p:cNvPr id="1048604" name="TextBox 1"/>
          <p:cNvSpPr txBox="1"/>
          <p:nvPr/>
        </p:nvSpPr>
        <p:spPr>
          <a:xfrm>
            <a:off x="731520" y="457200"/>
            <a:ext cx="2365048" cy="358140"/>
          </a:xfrm>
          <a:prstGeom prst="rect"/>
          <a:noFill/>
        </p:spPr>
        <p:txBody>
          <a:bodyPr wrap="none">
            <a:spAutoFit/>
          </a:bodyPr>
          <a:p>
            <a:r>
              <a:t>Distribusi ke Ruangan</a:t>
            </a:r>
          </a:p>
        </p:txBody>
      </p:sp>
      <p:graphicFrame>
        <p:nvGraphicFramePr>
          <p:cNvPr id="4194306" name="Table 2"/>
          <p:cNvGraphicFramePr>
            <a:graphicFrameLocks noGrp="1"/>
          </p:cNvGraphicFramePr>
          <p:nvPr/>
        </p:nvGraphicFramePr>
        <p:xfrm>
          <a:off x="731520" y="1280160"/>
          <a:ext cx="8229600" cy="195943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91885">
                <a:tc>
                  <a:txBody>
                    <a:bodyPr/>
                    <a:p>
                      <a:r>
                        <a:t>Kode Obat</a:t>
                      </a:r>
                    </a:p>
                  </a:txBody>
                </a:tc>
                <a:tc>
                  <a:txBody>
                    <a:bodyPr/>
                    <a:p>
                      <a:r>
                        <a:t>Nama Obat</a:t>
                      </a:r>
                    </a:p>
                  </a:txBody>
                </a:tc>
                <a:tc>
                  <a:txBody>
                    <a:bodyPr/>
                    <a:p>
                      <a:r>
                        <a:rPr altLang="in-ID" lang="en-US"/>
                        <a:t>J</a:t>
                      </a:r>
                      <a:r>
                        <a:rPr altLang="in-ID" lang="en-US"/>
                        <a:t>u</a:t>
                      </a:r>
                      <a:r>
                        <a:rPr altLang="in-ID" lang="en-US"/>
                        <a:t>m</a:t>
                      </a:r>
                      <a:r>
                        <a:rPr altLang="in-ID" lang="en-US"/>
                        <a:t>b</a:t>
                      </a:r>
                      <a:r>
                        <a:rPr altLang="in-ID" lang="en-US"/>
                        <a:t>lah </a:t>
                      </a:r>
                      <a:r>
                        <a:rPr altLang="in-ID" lang="en-US"/>
                        <a:t>didistribusikan </a:t>
                      </a:r>
                      <a:endParaRPr altLang="en-US" lang="zh-CN"/>
                    </a:p>
                  </a:txBody>
                </a:tc>
                <a:tc>
                  <a:txBody>
                    <a:bodyPr/>
                    <a:p>
                      <a:r>
                        <a:rPr altLang="in-ID" lang="en-US"/>
                        <a:t>R</a:t>
                      </a:r>
                      <a:r>
                        <a:rPr altLang="in-ID" lang="en-US"/>
                        <a:t>u</a:t>
                      </a:r>
                      <a:r>
                        <a:rPr altLang="in-ID" lang="en-US"/>
                        <a:t>a</a:t>
                      </a:r>
                      <a:r>
                        <a:rPr altLang="in-ID" lang="en-US"/>
                        <a:t>n</a:t>
                      </a:r>
                      <a:r>
                        <a:rPr altLang="in-ID" lang="en-US"/>
                        <a:t>g</a:t>
                      </a:r>
                      <a:r>
                        <a:rPr altLang="in-ID" lang="en-US"/>
                        <a:t>an </a:t>
                      </a:r>
                      <a:r>
                        <a:rPr altLang="in-ID" lang="en-US"/>
                        <a:t>t</a:t>
                      </a:r>
                      <a:r>
                        <a:rPr altLang="in-ID" lang="en-US"/>
                        <a:t>u</a:t>
                      </a:r>
                      <a:r>
                        <a:rPr altLang="in-ID" lang="en-US"/>
                        <a:t>j</a:t>
                      </a:r>
                      <a:r>
                        <a:rPr altLang="in-ID" lang="en-US"/>
                        <a:t>u</a:t>
                      </a:r>
                      <a:r>
                        <a:rPr altLang="in-ID" lang="en-US"/>
                        <a:t>a</a:t>
                      </a:r>
                      <a:r>
                        <a:rPr altLang="in-ID" lang="en-US"/>
                        <a:t>n</a:t>
                      </a:r>
                      <a:endParaRPr altLang="en-US" lang="zh-CN"/>
                    </a:p>
                  </a:txBody>
                </a:tc>
                <a:tc>
                  <a:txBody>
                    <a:bodyPr/>
                    <a:lstStyle/>
                    <a:p>
                      <a:r>
                        <a:rPr altLang="in-ID" lang="en-US"/>
                        <a:t>T</a:t>
                      </a:r>
                      <a:r>
                        <a:rPr altLang="in-ID" lang="en-US"/>
                        <a:t>a</a:t>
                      </a:r>
                      <a:r>
                        <a:rPr altLang="in-ID" lang="en-US"/>
                        <a:t>n</a:t>
                      </a:r>
                      <a:r>
                        <a:rPr altLang="in-ID" lang="en-US"/>
                        <a:t>g</a:t>
                      </a:r>
                      <a:r>
                        <a:rPr altLang="in-ID" lang="en-US"/>
                        <a:t>a</a:t>
                      </a:r>
                      <a:r>
                        <a:rPr altLang="in-ID" lang="en-US"/>
                        <a:t>l</a:t>
                      </a:r>
                      <a:r>
                        <a:rPr altLang="in-ID" lang="en-US"/>
                        <a:t> </a:t>
                      </a:r>
                      <a:r>
                        <a:rPr altLang="in-ID" lang="en-US"/>
                        <a:t>d</a:t>
                      </a:r>
                      <a:r>
                        <a:rPr altLang="in-ID" lang="en-US"/>
                        <a:t>i</a:t>
                      </a:r>
                      <a:r>
                        <a:rPr altLang="in-ID" lang="en-US"/>
                        <a:t>s</a:t>
                      </a:r>
                      <a:r>
                        <a:rPr altLang="in-ID" lang="en-US"/>
                        <a:t>t</a:t>
                      </a:r>
                      <a:r>
                        <a:rPr altLang="in-ID" lang="en-US"/>
                        <a:t>ribusi </a:t>
                      </a:r>
                      <a:endParaRPr altLang="en-US" lang="in-ID"/>
                    </a:p>
                  </a:txBody>
                </a:tc>
              </a:tr>
              <a:tr h="391885">
                <a:tc>
                  <a:txBody>
                    <a:bodyPr/>
                    <a:p>
                      <a:r>
                        <a:t>OB001</a:t>
                      </a:r>
                    </a:p>
                  </a:txBody>
                </a:tc>
                <a:tc>
                  <a:txBody>
                    <a:bodyPr/>
                    <a:p>
                      <a:r>
                        <a:t>Paracetamol 500mg</a:t>
                      </a:r>
                    </a:p>
                  </a:txBody>
                </a:tc>
                <a:tc>
                  <a:txBody>
                    <a:bodyPr/>
                    <a:p>
                      <a:r>
                        <a:rPr altLang="in-ID" lang="en-US"/>
                        <a:t>3</a:t>
                      </a:r>
                      <a:r>
                        <a:rPr altLang="in-ID" lang="en-US"/>
                        <a:t>0</a:t>
                      </a:r>
                      <a:endParaRPr altLang="en-US" lang="zh-CN"/>
                    </a:p>
                  </a:txBody>
                </a:tc>
                <a:tc>
                  <a:txBody>
                    <a:bodyPr/>
                    <a:p>
                      <a:r>
                        <a:rPr altLang="in-ID" lang="en-US"/>
                        <a:t>R</a:t>
                      </a:r>
                      <a:r>
                        <a:rPr altLang="in-ID" lang="en-US"/>
                        <a:t>u</a:t>
                      </a:r>
                      <a:r>
                        <a:rPr altLang="in-ID" lang="en-US"/>
                        <a:t>a</a:t>
                      </a:r>
                      <a:r>
                        <a:rPr altLang="in-ID" lang="en-US"/>
                        <a:t>n</a:t>
                      </a:r>
                      <a:r>
                        <a:rPr altLang="in-ID" lang="en-US"/>
                        <a:t>g</a:t>
                      </a:r>
                      <a:r>
                        <a:rPr altLang="in-ID" lang="en-US"/>
                        <a:t> </a:t>
                      </a:r>
                      <a:r>
                        <a:rPr altLang="in-ID" lang="en-US"/>
                        <a:t>A</a:t>
                      </a:r>
                      <a:endParaRPr altLang="en-US" lang="zh-CN"/>
                    </a:p>
                  </a:txBody>
                </a:tc>
                <a:tc>
                  <a:txBody>
                    <a:bodyPr/>
                    <a:lstStyle/>
                    <a:p>
                      <a:r>
                        <a:rPr altLang="in-ID" lang="en-US"/>
                        <a:t>2</a:t>
                      </a:r>
                      <a:r>
                        <a:rPr altLang="in-ID" lang="en-US"/>
                        <a:t>0</a:t>
                      </a:r>
                      <a:r>
                        <a:rPr altLang="in-ID" lang="en-US"/>
                        <a:t>2</a:t>
                      </a:r>
                      <a:r>
                        <a:rPr altLang="in-ID" lang="en-US"/>
                        <a:t>5</a:t>
                      </a:r>
                      <a:r>
                        <a:rPr altLang="in-ID" lang="en-US"/>
                        <a:t>-</a:t>
                      </a:r>
                      <a:r>
                        <a:rPr altLang="in-ID" lang="en-US"/>
                        <a:t>1</a:t>
                      </a:r>
                      <a:r>
                        <a:rPr altLang="in-ID" lang="en-US"/>
                        <a:t>1</a:t>
                      </a:r>
                      <a:r>
                        <a:rPr altLang="in-ID" lang="en-US"/>
                        <a:t>-</a:t>
                      </a:r>
                      <a:r>
                        <a:rPr altLang="in-ID" lang="en-US"/>
                        <a:t>2</a:t>
                      </a:r>
                      <a:r>
                        <a:rPr altLang="in-ID" lang="en-US"/>
                        <a:t>2</a:t>
                      </a:r>
                      <a:endParaRPr altLang="en-US" lang="in-ID"/>
                    </a:p>
                  </a:txBody>
                </a:tc>
              </a:tr>
              <a:tr h="391885">
                <a:tc>
                  <a:txBody>
                    <a:bodyPr/>
                    <a:p>
                      <a:r>
                        <a:t>OB002</a:t>
                      </a:r>
                    </a:p>
                  </a:txBody>
                </a:tc>
                <a:tc>
                  <a:txBody>
                    <a:bodyPr/>
                    <a:p>
                      <a:r>
                        <a:t>Amoxicillin 500mg</a:t>
                      </a:r>
                    </a:p>
                  </a:txBody>
                </a:tc>
                <a:tc>
                  <a:txBody>
                    <a:bodyPr/>
                    <a:p>
                      <a:r>
                        <a:rPr altLang="in-ID" lang="en-US"/>
                        <a:t>2</a:t>
                      </a:r>
                      <a:r>
                        <a:rPr altLang="in-ID" lang="en-US"/>
                        <a:t>0</a:t>
                      </a:r>
                      <a:endParaRPr altLang="en-US" lang="zh-CN"/>
                    </a:p>
                  </a:txBody>
                </a:tc>
                <a:tc>
                  <a:txBody>
                    <a:bodyPr/>
                    <a:p>
                      <a:r>
                        <a:rPr altLang="in-ID" lang="en-US"/>
                        <a:t>R</a:t>
                      </a:r>
                      <a:r>
                        <a:rPr altLang="in-ID" lang="en-US"/>
                        <a:t>u</a:t>
                      </a:r>
                      <a:r>
                        <a:rPr altLang="in-ID" lang="en-US"/>
                        <a:t>a</a:t>
                      </a:r>
                      <a:r>
                        <a:rPr altLang="in-ID" lang="en-US"/>
                        <a:t>n</a:t>
                      </a:r>
                      <a:r>
                        <a:rPr altLang="in-ID" lang="en-US"/>
                        <a:t>g</a:t>
                      </a:r>
                      <a:r>
                        <a:rPr altLang="in-ID" lang="en-US"/>
                        <a:t> </a:t>
                      </a:r>
                      <a:r>
                        <a:rPr altLang="in-ID" lang="en-US"/>
                        <a:t>B</a:t>
                      </a:r>
                      <a:endParaRPr altLang="en-US" lang="zh-CN"/>
                    </a:p>
                  </a:txBody>
                </a:tc>
                <a:tc>
                  <a:txBody>
                    <a:bodyPr/>
                    <a:lstStyle/>
                    <a:p>
                      <a:r>
                        <a:rPr altLang="in-ID" lang="en-US"/>
                        <a:t>2</a:t>
                      </a:r>
                      <a:r>
                        <a:rPr altLang="in-ID" lang="en-US"/>
                        <a:t>0</a:t>
                      </a:r>
                      <a:r>
                        <a:rPr altLang="in-ID" lang="en-US"/>
                        <a:t>2</a:t>
                      </a:r>
                      <a:r>
                        <a:rPr altLang="in-ID" lang="en-US"/>
                        <a:t>5</a:t>
                      </a:r>
                      <a:r>
                        <a:rPr altLang="in-ID" lang="en-US"/>
                        <a:t>-</a:t>
                      </a:r>
                      <a:r>
                        <a:rPr altLang="in-ID" lang="en-US"/>
                        <a:t>1</a:t>
                      </a:r>
                      <a:r>
                        <a:rPr altLang="in-ID" lang="en-US"/>
                        <a:t>1</a:t>
                      </a:r>
                      <a:r>
                        <a:rPr altLang="in-ID" lang="en-US"/>
                        <a:t>-</a:t>
                      </a:r>
                      <a:r>
                        <a:rPr altLang="in-ID" lang="en-US"/>
                        <a:t>2</a:t>
                      </a:r>
                      <a:r>
                        <a:rPr altLang="in-ID" lang="en-US"/>
                        <a:t>2</a:t>
                      </a:r>
                      <a:endParaRPr altLang="en-US" lang="in-ID"/>
                    </a:p>
                  </a:txBody>
                </a:tc>
              </a:tr>
              <a:tr h="391885">
                <a:tc>
                  <a:txBody>
                    <a:bodyPr/>
                    <a:p>
                      <a:r>
                        <a:t>OB003</a:t>
                      </a:r>
                    </a:p>
                  </a:txBody>
                </a:tc>
                <a:tc>
                  <a:txBody>
                    <a:bodyPr/>
                    <a:p>
                      <a:r>
                        <a:t>Vitamin C 100mg</a:t>
                      </a:r>
                    </a:p>
                  </a:txBody>
                </a:tc>
                <a:tc>
                  <a:txBody>
                    <a:bodyPr/>
                    <a:p>
                      <a:r>
                        <a:rPr altLang="in-ID" lang="en-US"/>
                        <a:t>5</a:t>
                      </a:r>
                      <a:r>
                        <a:rPr altLang="in-ID" lang="en-US"/>
                        <a:t>0</a:t>
                      </a:r>
                      <a:endParaRPr altLang="en-US" lang="zh-CN"/>
                    </a:p>
                  </a:txBody>
                </a:tc>
                <a:tc>
                  <a:txBody>
                    <a:bodyPr/>
                    <a:p>
                      <a:r>
                        <a:rPr altLang="in-ID" lang="en-US"/>
                        <a:t>R</a:t>
                      </a:r>
                      <a:r>
                        <a:rPr altLang="in-ID" lang="en-US"/>
                        <a:t>u</a:t>
                      </a:r>
                      <a:r>
                        <a:rPr altLang="in-ID" lang="en-US"/>
                        <a:t>a</a:t>
                      </a:r>
                      <a:r>
                        <a:rPr altLang="in-ID" lang="en-US"/>
                        <a:t>n</a:t>
                      </a:r>
                      <a:r>
                        <a:rPr altLang="in-ID" lang="en-US"/>
                        <a:t>g</a:t>
                      </a:r>
                      <a:r>
                        <a:rPr altLang="in-ID" lang="en-US"/>
                        <a:t> </a:t>
                      </a:r>
                      <a:r>
                        <a:rPr altLang="in-ID" lang="en-US"/>
                        <a:t>C</a:t>
                      </a:r>
                      <a:endParaRPr altLang="en-US" lang="zh-CN"/>
                    </a:p>
                  </a:txBody>
                </a:tc>
                <a:tc>
                  <a:txBody>
                    <a:bodyPr/>
                    <a:lstStyle/>
                    <a:p>
                      <a:r>
                        <a:rPr altLang="in-ID" lang="en-US"/>
                        <a:t>2</a:t>
                      </a:r>
                      <a:r>
                        <a:rPr altLang="in-ID" lang="en-US"/>
                        <a:t>0</a:t>
                      </a:r>
                      <a:r>
                        <a:rPr altLang="in-ID" lang="en-US"/>
                        <a:t>2</a:t>
                      </a:r>
                      <a:r>
                        <a:rPr altLang="in-ID" lang="en-US"/>
                        <a:t>5</a:t>
                      </a:r>
                      <a:r>
                        <a:rPr altLang="in-ID" lang="en-US"/>
                        <a:t>-</a:t>
                      </a:r>
                      <a:r>
                        <a:rPr altLang="in-ID" lang="en-US"/>
                        <a:t>1</a:t>
                      </a:r>
                      <a:r>
                        <a:rPr altLang="in-ID" lang="en-US"/>
                        <a:t>1</a:t>
                      </a:r>
                      <a:r>
                        <a:rPr altLang="in-ID" lang="en-US"/>
                        <a:t>-</a:t>
                      </a:r>
                      <a:r>
                        <a:rPr altLang="in-ID" lang="en-US"/>
                        <a:t>2</a:t>
                      </a:r>
                      <a:r>
                        <a:rPr altLang="in-ID" lang="en-US"/>
                        <a:t>2</a:t>
                      </a:r>
                      <a:endParaRPr altLang="en-US" lang="in-ID"/>
                    </a:p>
                  </a:txBody>
                </a:tc>
              </a:tr>
              <a:tr h="391890">
                <a:tc>
                  <a:txBody>
                    <a:bodyPr/>
                    <a:p/>
                  </a:txBody>
                </a:tc>
                <a:tc>
                  <a:txBody>
                    <a:bodyPr/>
                    <a:p/>
                  </a:txBody>
                </a:tc>
                <a:tc>
                  <a:txBody>
                    <a:bodyPr/>
                    <a:p/>
                  </a:txBody>
                </a:tc>
                <a:tc>
                  <a:txBody>
                    <a:bodyPr/>
                    <a:p/>
                  </a:txBody>
                </a:tc>
                <a:tc>
                  <a:txBody>
                    <a:bodyPr/>
                    <a:lstStyle/>
                    <a:p>
                      <a:endParaRPr altLang="en-US" lang="in-ID"/>
                    </a:p>
                  </a:txBody>
                </a:tc>
              </a:tr>
            </a:tbl>
          </a:graphicData>
        </a:graphic>
      </p:graphicFrame>
      <p:sp>
        <p:nvSpPr>
          <p:cNvPr id="1048605" name="Rounded Rectangle 3">
            <a:hlinkClick r:id="rId1" action="ppaction://hlinksldjump"/>
          </p:cNvPr>
          <p:cNvSpPr/>
          <p:nvPr/>
        </p:nvSpPr>
        <p:spPr>
          <a:xfrm>
            <a:off x="6400800" y="4297680"/>
            <a:ext cx="1828800" cy="457200"/>
          </a:xfrm>
          <a:prstGeom prst="roundRect"/>
          <a:solidFill>
            <a:srgbClr val="6478B4"/>
          </a:solidFill>
        </p:spPr>
        <p:style>
          <a:lnRef idx="1">
            <a:schemeClr val="accent1"/>
          </a:lnRef>
          <a:fillRef idx="3">
            <a:schemeClr val="accent1"/>
          </a:fillRef>
          <a:effectRef idx="2">
            <a:schemeClr val="accent1"/>
          </a:effectRef>
          <a:fontRef idx="minor">
            <a:schemeClr val="lt1"/>
          </a:fontRef>
        </p:style>
        <p:txBody>
          <a:bodyPr anchor="ctr" rtlCol="0"/>
          <a:p>
            <a:pPr>
              <a:defRPr sz="1200">
                <a:solidFill>
                  <a:srgbClr val="FFFFFF"/>
                </a:solidFill>
              </a:defRPr>
            </a:pPr>
            <a:r>
              <a:t>Kembali ke Menu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p:grpSpPr>
      <p:sp>
        <p:nvSpPr>
          <p:cNvPr id="1048616" name="TextBox 1"/>
          <p:cNvSpPr txBox="1"/>
          <p:nvPr/>
        </p:nvSpPr>
        <p:spPr>
          <a:xfrm>
            <a:off x="731520" y="457200"/>
            <a:ext cx="1262381" cy="358140"/>
          </a:xfrm>
          <a:prstGeom prst="rect"/>
          <a:noFill/>
        </p:spPr>
        <p:txBody>
          <a:bodyPr wrap="none">
            <a:spAutoFit/>
          </a:bodyPr>
          <a:p>
            <a:r>
              <a:t>Retur Obat</a:t>
            </a:r>
          </a:p>
        </p:txBody>
      </p:sp>
      <p:graphicFrame>
        <p:nvGraphicFramePr>
          <p:cNvPr id="4194307" name="Table 2"/>
          <p:cNvGraphicFramePr>
            <a:graphicFrameLocks noGrp="1"/>
          </p:cNvGraphicFramePr>
          <p:nvPr/>
        </p:nvGraphicFramePr>
        <p:xfrm>
          <a:off x="731520" y="1280160"/>
          <a:ext cx="8229600" cy="156754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391885">
                <a:tc>
                  <a:txBody>
                    <a:bodyPr/>
                    <a:p>
                      <a:r>
                        <a:t>Kode Obat</a:t>
                      </a:r>
                    </a:p>
                  </a:txBody>
                </a:tc>
                <a:tc>
                  <a:txBody>
                    <a:bodyPr/>
                    <a:p>
                      <a:r>
                        <a:t>Nama Obat</a:t>
                      </a:r>
                    </a:p>
                  </a:txBody>
                </a:tc>
                <a:tc>
                  <a:txBody>
                    <a:bodyPr/>
                    <a:p>
                      <a:r>
                        <a:rPr altLang="in-ID" lang="en-US"/>
                        <a:t>J</a:t>
                      </a:r>
                      <a:r>
                        <a:rPr altLang="in-ID" lang="en-US"/>
                        <a:t>u</a:t>
                      </a:r>
                      <a:r>
                        <a:rPr altLang="in-ID" lang="en-US"/>
                        <a:t>m</a:t>
                      </a:r>
                      <a:r>
                        <a:rPr altLang="in-ID" lang="en-US"/>
                        <a:t>b</a:t>
                      </a:r>
                      <a:r>
                        <a:rPr altLang="in-ID" lang="en-US"/>
                        <a:t>lah </a:t>
                      </a:r>
                      <a:r>
                        <a:rPr altLang="in-ID" lang="en-US"/>
                        <a:t>d</a:t>
                      </a:r>
                      <a:r>
                        <a:rPr altLang="in-ID" lang="en-US"/>
                        <a:t>i</a:t>
                      </a:r>
                      <a:r>
                        <a:rPr altLang="in-ID" lang="en-US"/>
                        <a:t>k</a:t>
                      </a:r>
                      <a:r>
                        <a:rPr altLang="in-ID" lang="en-US"/>
                        <a:t>e</a:t>
                      </a:r>
                      <a:r>
                        <a:rPr altLang="in-ID" lang="en-US"/>
                        <a:t>m</a:t>
                      </a:r>
                      <a:r>
                        <a:rPr altLang="in-ID" lang="en-US"/>
                        <a:t>b</a:t>
                      </a:r>
                      <a:r>
                        <a:rPr altLang="in-ID" lang="en-US"/>
                        <a:t>alikan </a:t>
                      </a:r>
                      <a:endParaRPr altLang="en-US" lang="zh-CN"/>
                    </a:p>
                  </a:txBody>
                </a:tc>
                <a:tc>
                  <a:txBody>
                    <a:bodyPr/>
                    <a:p>
                      <a:r>
                        <a:rPr altLang="in-ID" lang="en-US"/>
                        <a:t>A</a:t>
                      </a:r>
                      <a:r>
                        <a:rPr altLang="in-ID" lang="en-US"/>
                        <a:t>l</a:t>
                      </a:r>
                      <a:r>
                        <a:rPr altLang="in-ID" lang="en-US"/>
                        <a:t>a</a:t>
                      </a:r>
                      <a:r>
                        <a:rPr altLang="in-ID" lang="en-US"/>
                        <a:t>s</a:t>
                      </a:r>
                      <a:r>
                        <a:rPr altLang="in-ID" lang="en-US"/>
                        <a:t>a</a:t>
                      </a:r>
                      <a:r>
                        <a:rPr altLang="in-ID" lang="en-US"/>
                        <a:t>n </a:t>
                      </a:r>
                      <a:r>
                        <a:rPr altLang="in-ID" lang="en-US"/>
                        <a:t>r</a:t>
                      </a:r>
                      <a:r>
                        <a:rPr altLang="in-ID" lang="en-US"/>
                        <a:t>e</a:t>
                      </a:r>
                      <a:r>
                        <a:rPr altLang="in-ID" lang="en-US"/>
                        <a:t>t</a:t>
                      </a:r>
                      <a:r>
                        <a:rPr altLang="in-ID" lang="en-US"/>
                        <a:t>u</a:t>
                      </a:r>
                      <a:r>
                        <a:rPr altLang="in-ID" lang="en-US"/>
                        <a:t>r</a:t>
                      </a:r>
                      <a:endParaRPr altLang="en-US" lang="zh-CN"/>
                    </a:p>
                  </a:txBody>
                </a:tc>
                <a:tc>
                  <a:txBody>
                    <a:bodyPr/>
                    <a:lstStyle/>
                    <a:p>
                      <a:r>
                        <a:rPr altLang="in-ID" lang="en-US"/>
                        <a:t>T</a:t>
                      </a:r>
                      <a:r>
                        <a:rPr altLang="in-ID" lang="en-US"/>
                        <a:t>a</a:t>
                      </a:r>
                      <a:r>
                        <a:rPr altLang="in-ID" lang="en-US"/>
                        <a:t>n</a:t>
                      </a:r>
                      <a:r>
                        <a:rPr altLang="in-ID" lang="en-US"/>
                        <a:t>g</a:t>
                      </a:r>
                      <a:r>
                        <a:rPr altLang="in-ID" lang="en-US"/>
                        <a:t>gal </a:t>
                      </a:r>
                      <a:r>
                        <a:rPr altLang="in-ID" lang="en-US"/>
                        <a:t>r</a:t>
                      </a:r>
                      <a:r>
                        <a:rPr altLang="in-ID" lang="en-US"/>
                        <a:t>e</a:t>
                      </a:r>
                      <a:r>
                        <a:rPr altLang="in-ID" lang="en-US"/>
                        <a:t>t</a:t>
                      </a:r>
                      <a:r>
                        <a:rPr altLang="in-ID" lang="en-US"/>
                        <a:t>u</a:t>
                      </a:r>
                      <a:r>
                        <a:rPr altLang="in-ID" lang="en-US"/>
                        <a:t>l</a:t>
                      </a:r>
                      <a:endParaRPr altLang="en-US" lang="in-ID"/>
                    </a:p>
                  </a:txBody>
                </a:tc>
                <a:tc>
                  <a:txBody>
                    <a:bodyPr/>
                    <a:lstStyle/>
                    <a:p>
                      <a:r>
                        <a:rPr altLang="in-ID" lang="en-US"/>
                        <a:t>K</a:t>
                      </a:r>
                      <a:r>
                        <a:rPr altLang="in-ID" lang="en-US"/>
                        <a:t>o</a:t>
                      </a:r>
                      <a:r>
                        <a:rPr altLang="in-ID" lang="en-US"/>
                        <a:t>n</a:t>
                      </a:r>
                      <a:r>
                        <a:rPr altLang="in-ID" lang="en-US"/>
                        <a:t>d</a:t>
                      </a:r>
                      <a:r>
                        <a:rPr altLang="in-ID" lang="en-US"/>
                        <a:t>isi </a:t>
                      </a:r>
                      <a:r>
                        <a:rPr altLang="in-ID" lang="en-US"/>
                        <a:t>o</a:t>
                      </a:r>
                      <a:r>
                        <a:rPr altLang="in-ID" lang="en-US"/>
                        <a:t>b</a:t>
                      </a:r>
                      <a:r>
                        <a:rPr altLang="in-ID" lang="en-US"/>
                        <a:t>a</a:t>
                      </a:r>
                      <a:r>
                        <a:rPr altLang="in-ID" lang="en-US"/>
                        <a:t>t </a:t>
                      </a:r>
                      <a:endParaRPr altLang="en-US" lang="in-ID"/>
                    </a:p>
                  </a:txBody>
                </a:tc>
              </a:tr>
              <a:tr h="391885">
                <a:tc>
                  <a:txBody>
                    <a:bodyPr/>
                    <a:p>
                      <a:r>
                        <a:t>OB00</a:t>
                      </a:r>
                      <a:r>
                        <a:rPr altLang="in-ID" lang="en-US"/>
                        <a:t>4</a:t>
                      </a:r>
                      <a:endParaRPr altLang="en-US" lang="zh-CN"/>
                    </a:p>
                  </a:txBody>
                </a:tc>
                <a:tc>
                  <a:txBody>
                    <a:bodyPr/>
                    <a:p>
                      <a:r>
                        <a:rPr altLang="in-ID" lang="en-US"/>
                        <a:t>M</a:t>
                      </a:r>
                      <a:r>
                        <a:rPr altLang="in-ID" lang="en-US"/>
                        <a:t>a</a:t>
                      </a:r>
                      <a:r>
                        <a:rPr altLang="in-ID" lang="en-US"/>
                        <a:t>t</a:t>
                      </a:r>
                      <a:r>
                        <a:rPr altLang="in-ID" lang="en-US"/>
                        <a:t>f</a:t>
                      </a:r>
                      <a:r>
                        <a:rPr altLang="in-ID" lang="en-US"/>
                        <a:t>o</a:t>
                      </a:r>
                      <a:r>
                        <a:rPr altLang="in-ID" lang="en-US"/>
                        <a:t>r</a:t>
                      </a:r>
                      <a:r>
                        <a:rPr altLang="in-ID" lang="en-US"/>
                        <a:t>m</a:t>
                      </a:r>
                      <a:r>
                        <a:rPr altLang="in-ID" lang="en-US"/>
                        <a:t>u</a:t>
                      </a:r>
                      <a:r>
                        <a:rPr altLang="in-ID" lang="en-US"/>
                        <a:t>n</a:t>
                      </a:r>
                      <a:r>
                        <a:rPr altLang="in-ID" lang="en-US"/>
                        <a:t> </a:t>
                      </a:r>
                      <a:r>
                        <a:rPr altLang="in-ID" lang="en-US"/>
                        <a:t>5</a:t>
                      </a:r>
                      <a:r>
                        <a:rPr altLang="in-ID" lang="en-US"/>
                        <a:t>0</a:t>
                      </a:r>
                      <a:r>
                        <a:rPr altLang="in-ID" lang="en-US"/>
                        <a:t>0</a:t>
                      </a:r>
                      <a:r>
                        <a:rPr altLang="in-ID" lang="en-US"/>
                        <a:t>m</a:t>
                      </a:r>
                      <a:r>
                        <a:rPr altLang="in-ID" lang="en-US"/>
                        <a:t>g</a:t>
                      </a:r>
                      <a:endParaRPr altLang="en-US" lang="zh-CN"/>
                    </a:p>
                  </a:txBody>
                </a:tc>
                <a:tc>
                  <a:txBody>
                    <a:bodyPr/>
                    <a:p>
                      <a:r>
                        <a:rPr altLang="in-ID" lang="en-US"/>
                        <a:t>1</a:t>
                      </a:r>
                      <a:r>
                        <a:rPr altLang="in-ID" lang="en-US"/>
                        <a:t>0</a:t>
                      </a:r>
                      <a:endParaRPr altLang="en-US" lang="zh-CN"/>
                    </a:p>
                  </a:txBody>
                </a:tc>
                <a:tc>
                  <a:txBody>
                    <a:bodyPr/>
                    <a:p>
                      <a:r>
                        <a:rPr altLang="in-ID" lang="en-US"/>
                        <a:t>K</a:t>
                      </a:r>
                      <a:r>
                        <a:rPr altLang="in-ID" lang="en-US"/>
                        <a:t>e</a:t>
                      </a:r>
                      <a:r>
                        <a:rPr altLang="in-ID" lang="en-US"/>
                        <a:t>d</a:t>
                      </a:r>
                      <a:r>
                        <a:rPr altLang="in-ID" lang="en-US"/>
                        <a:t>a</a:t>
                      </a:r>
                      <a:r>
                        <a:rPr altLang="in-ID" lang="en-US"/>
                        <a:t>l</a:t>
                      </a:r>
                      <a:r>
                        <a:rPr altLang="in-ID" lang="en-US"/>
                        <a:t>u</a:t>
                      </a:r>
                      <a:r>
                        <a:rPr altLang="in-ID" lang="en-US"/>
                        <a:t>a</a:t>
                      </a:r>
                      <a:r>
                        <a:rPr altLang="in-ID" lang="en-US"/>
                        <a:t>s</a:t>
                      </a:r>
                      <a:r>
                        <a:rPr altLang="in-ID" lang="en-US"/>
                        <a:t>a</a:t>
                      </a:r>
                      <a:endParaRPr altLang="en-US" lang="zh-CN"/>
                    </a:p>
                  </a:txBody>
                </a:tc>
                <a:tc>
                  <a:txBody>
                    <a:bodyPr/>
                    <a:lstStyle/>
                    <a:p>
                      <a:r>
                        <a:rPr altLang="in-ID" lang="en-US"/>
                        <a:t>2</a:t>
                      </a:r>
                      <a:r>
                        <a:rPr altLang="in-ID" lang="en-US"/>
                        <a:t>0</a:t>
                      </a:r>
                      <a:r>
                        <a:rPr altLang="in-ID" lang="en-US"/>
                        <a:t>2</a:t>
                      </a:r>
                      <a:r>
                        <a:rPr altLang="in-ID" lang="en-US"/>
                        <a:t>5</a:t>
                      </a:r>
                      <a:r>
                        <a:rPr altLang="in-ID" lang="en-US"/>
                        <a:t>-</a:t>
                      </a:r>
                      <a:r>
                        <a:rPr altLang="in-ID" lang="en-US"/>
                        <a:t>1</a:t>
                      </a:r>
                      <a:r>
                        <a:rPr altLang="in-ID" lang="en-US"/>
                        <a:t>1</a:t>
                      </a:r>
                      <a:r>
                        <a:rPr altLang="in-ID" lang="en-US"/>
                        <a:t>-</a:t>
                      </a:r>
                      <a:r>
                        <a:rPr altLang="in-ID" lang="en-US"/>
                        <a:t>2</a:t>
                      </a:r>
                      <a:r>
                        <a:rPr altLang="in-ID" lang="en-US"/>
                        <a:t>2</a:t>
                      </a:r>
                      <a:endParaRPr altLang="en-US" lang="in-ID"/>
                    </a:p>
                  </a:txBody>
                </a:tc>
                <a:tc>
                  <a:txBody>
                    <a:bodyPr/>
                    <a:lstStyle/>
                    <a:p>
                      <a:r>
                        <a:rPr altLang="in-ID" lang="en-US"/>
                        <a:t>B</a:t>
                      </a:r>
                      <a:r>
                        <a:rPr altLang="in-ID" lang="en-US"/>
                        <a:t>a</a:t>
                      </a:r>
                      <a:r>
                        <a:rPr altLang="in-ID" lang="en-US"/>
                        <a:t>i</a:t>
                      </a:r>
                      <a:r>
                        <a:rPr altLang="in-ID" lang="en-US"/>
                        <a:t>k</a:t>
                      </a:r>
                      <a:endParaRPr altLang="en-US" lang="in-ID"/>
                    </a:p>
                  </a:txBody>
                </a:tc>
              </a:tr>
              <a:tr h="391885">
                <a:tc>
                  <a:txBody>
                    <a:bodyPr/>
                    <a:p>
                      <a:r>
                        <a:t>OB00</a:t>
                      </a:r>
                      <a:r>
                        <a:rPr altLang="in-ID" lang="en-US"/>
                        <a:t>5</a:t>
                      </a:r>
                      <a:endParaRPr altLang="en-US" lang="zh-CN"/>
                    </a:p>
                  </a:txBody>
                </a:tc>
                <a:tc>
                  <a:txBody>
                    <a:bodyPr/>
                    <a:p>
                      <a:r>
                        <a:rPr altLang="in-ID" lang="en-US"/>
                        <a:t>A</a:t>
                      </a:r>
                      <a:r>
                        <a:rPr altLang="in-ID" lang="en-US"/>
                        <a:t>s</a:t>
                      </a:r>
                      <a:r>
                        <a:rPr altLang="in-ID" lang="en-US"/>
                        <a:t>p</a:t>
                      </a:r>
                      <a:r>
                        <a:rPr altLang="in-ID" lang="en-US"/>
                        <a:t>i</a:t>
                      </a:r>
                      <a:r>
                        <a:rPr altLang="in-ID" lang="en-US"/>
                        <a:t>r</a:t>
                      </a:r>
                      <a:r>
                        <a:rPr altLang="in-ID" lang="en-US"/>
                        <a:t>in </a:t>
                      </a:r>
                      <a:r>
                        <a:rPr altLang="in-ID" lang="en-US"/>
                        <a:t>1</a:t>
                      </a:r>
                      <a:r>
                        <a:rPr altLang="in-ID" lang="en-US"/>
                        <a:t>0</a:t>
                      </a:r>
                      <a:r>
                        <a:rPr altLang="in-ID" lang="en-US"/>
                        <a:t>0</a:t>
                      </a:r>
                      <a:r>
                        <a:rPr altLang="in-ID" lang="en-US"/>
                        <a:t>m</a:t>
                      </a:r>
                      <a:r>
                        <a:rPr altLang="in-ID" lang="en-US"/>
                        <a:t>g</a:t>
                      </a:r>
                      <a:endParaRPr altLang="en-US" lang="zh-CN"/>
                    </a:p>
                  </a:txBody>
                </a:tc>
                <a:tc>
                  <a:txBody>
                    <a:bodyPr/>
                    <a:p>
                      <a:r>
                        <a:rPr altLang="in-ID" lang="en-US"/>
                        <a:t>5</a:t>
                      </a:r>
                      <a:endParaRPr altLang="en-US" lang="zh-CN"/>
                    </a:p>
                  </a:txBody>
                </a:tc>
                <a:tc>
                  <a:txBody>
                    <a:bodyPr/>
                    <a:p>
                      <a:r>
                        <a:rPr altLang="in-ID" lang="en-US"/>
                        <a:t>R</a:t>
                      </a:r>
                      <a:r>
                        <a:rPr altLang="in-ID" lang="en-US"/>
                        <a:t>u</a:t>
                      </a:r>
                      <a:r>
                        <a:rPr altLang="in-ID" lang="en-US"/>
                        <a:t>s</a:t>
                      </a:r>
                      <a:r>
                        <a:rPr altLang="in-ID" lang="en-US"/>
                        <a:t>a</a:t>
                      </a:r>
                      <a:r>
                        <a:rPr altLang="in-ID" lang="en-US"/>
                        <a:t>k</a:t>
                      </a:r>
                      <a:endParaRPr altLang="en-US" lang="zh-CN"/>
                    </a:p>
                  </a:txBody>
                </a:tc>
                <a:tc>
                  <a:txBody>
                    <a:bodyPr/>
                    <a:lstStyle/>
                    <a:p>
                      <a:r>
                        <a:rPr altLang="in-ID" lang="en-US"/>
                        <a:t>2</a:t>
                      </a:r>
                      <a:r>
                        <a:rPr altLang="in-ID" lang="en-US"/>
                        <a:t>0</a:t>
                      </a:r>
                      <a:r>
                        <a:rPr altLang="in-ID" lang="en-US"/>
                        <a:t>2</a:t>
                      </a:r>
                      <a:r>
                        <a:rPr altLang="in-ID" lang="en-US"/>
                        <a:t>5</a:t>
                      </a:r>
                      <a:r>
                        <a:rPr altLang="in-ID" lang="en-US"/>
                        <a:t>-</a:t>
                      </a:r>
                      <a:r>
                        <a:rPr altLang="in-ID" lang="en-US"/>
                        <a:t>1</a:t>
                      </a:r>
                      <a:r>
                        <a:rPr altLang="in-ID" lang="en-US"/>
                        <a:t>1</a:t>
                      </a:r>
                      <a:r>
                        <a:rPr altLang="in-ID" lang="en-US"/>
                        <a:t>-</a:t>
                      </a:r>
                      <a:r>
                        <a:rPr altLang="in-ID" lang="en-US"/>
                        <a:t>2</a:t>
                      </a:r>
                      <a:r>
                        <a:rPr altLang="in-ID" lang="en-US"/>
                        <a:t>2</a:t>
                      </a:r>
                      <a:endParaRPr altLang="en-US" lang="in-ID"/>
                    </a:p>
                  </a:txBody>
                </a:tc>
                <a:tc>
                  <a:txBody>
                    <a:bodyPr/>
                    <a:lstStyle/>
                    <a:p>
                      <a:r>
                        <a:rPr altLang="in-ID" lang="en-US"/>
                        <a:t>R</a:t>
                      </a:r>
                      <a:r>
                        <a:rPr altLang="in-ID" lang="en-US"/>
                        <a:t>u</a:t>
                      </a:r>
                      <a:r>
                        <a:rPr altLang="in-ID" lang="en-US"/>
                        <a:t>s</a:t>
                      </a:r>
                      <a:r>
                        <a:rPr altLang="in-ID" lang="en-US"/>
                        <a:t>a</a:t>
                      </a:r>
                      <a:r>
                        <a:rPr altLang="in-ID" lang="en-US"/>
                        <a:t>k</a:t>
                      </a:r>
                      <a:endParaRPr altLang="en-US" lang="in-ID"/>
                    </a:p>
                  </a:txBody>
                </a:tc>
              </a:tr>
              <a:tr h="391885">
                <a:tc>
                  <a:txBody>
                    <a:bodyPr/>
                    <a:p/>
                  </a:txBody>
                </a:tc>
                <a:tc>
                  <a:txBody>
                    <a:bodyPr/>
                    <a:p/>
                  </a:txBody>
                </a:tc>
                <a:tc>
                  <a:txBody>
                    <a:bodyPr/>
                    <a:p/>
                  </a:txBody>
                </a:tc>
                <a:tc>
                  <a:txBody>
                    <a:bodyPr/>
                    <a:p/>
                  </a:txBody>
                </a:tc>
                <a:tc>
                  <a:txBody>
                    <a:bodyPr/>
                    <a:lstStyle/>
                    <a:p>
                      <a:endParaRPr altLang="en-US" lang="in-ID"/>
                    </a:p>
                  </a:txBody>
                </a:tc>
                <a:tc>
                  <a:txBody>
                    <a:bodyPr/>
                    <a:lstStyle/>
                    <a:p>
                      <a:endParaRPr altLang="en-US" lang="in-ID"/>
                    </a:p>
                  </a:txBody>
                </a:tc>
              </a:tr>
            </a:tbl>
          </a:graphicData>
        </a:graphic>
      </p:graphicFrame>
      <p:sp>
        <p:nvSpPr>
          <p:cNvPr id="1048617" name="Rounded Rectangle 3">
            <a:hlinkClick r:id="rId1" action="ppaction://hlinksldjump"/>
          </p:cNvPr>
          <p:cNvSpPr/>
          <p:nvPr/>
        </p:nvSpPr>
        <p:spPr>
          <a:xfrm>
            <a:off x="6400800" y="4297680"/>
            <a:ext cx="1828800" cy="457200"/>
          </a:xfrm>
          <a:prstGeom prst="roundRect"/>
          <a:solidFill>
            <a:srgbClr val="6478B4"/>
          </a:solidFill>
        </p:spPr>
        <p:style>
          <a:lnRef idx="1">
            <a:schemeClr val="accent1"/>
          </a:lnRef>
          <a:fillRef idx="3">
            <a:schemeClr val="accent1"/>
          </a:fillRef>
          <a:effectRef idx="2">
            <a:schemeClr val="accent1"/>
          </a:effectRef>
          <a:fontRef idx="minor">
            <a:schemeClr val="lt1"/>
          </a:fontRef>
        </p:style>
        <p:txBody>
          <a:bodyPr anchor="ctr" rtlCol="0"/>
          <a:p>
            <a:pPr>
              <a:defRPr sz="1200">
                <a:solidFill>
                  <a:srgbClr val="FFFFFF"/>
                </a:solidFill>
              </a:defRPr>
            </a:pPr>
            <a:r>
              <a:t>Kembali ke Menu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p:grpSpPr>
      <p:sp>
        <p:nvSpPr>
          <p:cNvPr id="1048626" name="TextBox 1"/>
          <p:cNvSpPr txBox="1"/>
          <p:nvPr/>
        </p:nvSpPr>
        <p:spPr>
          <a:xfrm>
            <a:off x="731520" y="457200"/>
            <a:ext cx="2225348" cy="358140"/>
          </a:xfrm>
          <a:prstGeom prst="rect"/>
          <a:noFill/>
        </p:spPr>
        <p:txBody>
          <a:bodyPr wrap="none">
            <a:spAutoFit/>
          </a:bodyPr>
          <a:p>
            <a:r>
              <a:t>Hasil Stock Opname</a:t>
            </a:r>
          </a:p>
        </p:txBody>
      </p:sp>
      <p:graphicFrame>
        <p:nvGraphicFramePr>
          <p:cNvPr id="4194308" name="Table 2"/>
          <p:cNvGraphicFramePr>
            <a:graphicFrameLocks noGrp="1"/>
          </p:cNvGraphicFramePr>
          <p:nvPr/>
        </p:nvGraphicFramePr>
        <p:xfrm>
          <a:off x="731520" y="1280160"/>
          <a:ext cx="8229600" cy="195943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391885">
                <a:tc>
                  <a:txBody>
                    <a:bodyPr/>
                    <a:p>
                      <a:r>
                        <a:t>Kode Obat</a:t>
                      </a:r>
                    </a:p>
                  </a:txBody>
                </a:tc>
                <a:tc>
                  <a:txBody>
                    <a:bodyPr/>
                    <a:p>
                      <a:r>
                        <a:t>Nama Obat</a:t>
                      </a:r>
                    </a:p>
                  </a:txBody>
                </a:tc>
                <a:tc>
                  <a:txBody>
                    <a:bodyPr/>
                    <a:p>
                      <a:r>
                        <a:t>Stok</a:t>
                      </a:r>
                      <a:r>
                        <a:rPr altLang="in-ID" lang="en-US"/>
                        <a:t> </a:t>
                      </a:r>
                      <a:r>
                        <a:rPr altLang="in-ID" lang="en-US"/>
                        <a:t>s</a:t>
                      </a:r>
                      <a:r>
                        <a:rPr altLang="in-ID" lang="en-US"/>
                        <a:t>i</a:t>
                      </a:r>
                      <a:r>
                        <a:rPr altLang="in-ID" lang="en-US"/>
                        <a:t>s</a:t>
                      </a:r>
                      <a:r>
                        <a:rPr altLang="in-ID" lang="en-US"/>
                        <a:t>t</a:t>
                      </a:r>
                      <a:r>
                        <a:rPr altLang="in-ID" lang="en-US"/>
                        <a:t>i</a:t>
                      </a:r>
                      <a:r>
                        <a:rPr altLang="in-ID" lang="en-US"/>
                        <a:t>m</a:t>
                      </a:r>
                      <a:endParaRPr altLang="en-US" lang="zh-CN"/>
                    </a:p>
                  </a:txBody>
                </a:tc>
                <a:tc>
                  <a:txBody>
                    <a:bodyPr/>
                    <a:p>
                      <a:r>
                        <a:rPr altLang="in-ID" lang="en-US"/>
                        <a:t>S</a:t>
                      </a:r>
                      <a:r>
                        <a:rPr altLang="in-ID" lang="en-US"/>
                        <a:t>t</a:t>
                      </a:r>
                      <a:r>
                        <a:rPr altLang="in-ID" lang="en-US"/>
                        <a:t>o</a:t>
                      </a:r>
                      <a:r>
                        <a:rPr altLang="in-ID" lang="en-US"/>
                        <a:t>k</a:t>
                      </a:r>
                      <a:r>
                        <a:rPr altLang="in-ID" lang="en-US"/>
                        <a:t> </a:t>
                      </a:r>
                      <a:r>
                        <a:rPr altLang="in-ID" lang="en-US"/>
                        <a:t>f</a:t>
                      </a:r>
                      <a:r>
                        <a:rPr altLang="in-ID" lang="en-US"/>
                        <a:t>i</a:t>
                      </a:r>
                      <a:r>
                        <a:rPr altLang="in-ID" lang="en-US"/>
                        <a:t>d</a:t>
                      </a:r>
                      <a:r>
                        <a:rPr altLang="in-ID" lang="en-US"/>
                        <a:t>i</a:t>
                      </a:r>
                      <a:r>
                        <a:rPr altLang="in-ID" lang="en-US"/>
                        <a:t>k</a:t>
                      </a:r>
                      <a:endParaRPr altLang="en-US" lang="zh-CN"/>
                    </a:p>
                  </a:txBody>
                </a:tc>
                <a:tc>
                  <a:txBody>
                    <a:bodyPr/>
                    <a:lstStyle/>
                    <a:p>
                      <a:r>
                        <a:rPr altLang="in-ID" lang="en-US"/>
                        <a:t>S</a:t>
                      </a:r>
                      <a:r>
                        <a:rPr altLang="in-ID" lang="en-US"/>
                        <a:t>e</a:t>
                      </a:r>
                      <a:r>
                        <a:rPr altLang="in-ID" lang="en-US"/>
                        <a:t>l</a:t>
                      </a:r>
                      <a:r>
                        <a:rPr altLang="in-ID" lang="en-US"/>
                        <a:t>i</a:t>
                      </a:r>
                      <a:r>
                        <a:rPr altLang="in-ID" lang="en-US"/>
                        <a:t>s</a:t>
                      </a:r>
                      <a:r>
                        <a:rPr altLang="in-ID" lang="en-US"/>
                        <a:t>ih </a:t>
                      </a:r>
                      <a:endParaRPr altLang="en-US" lang="in-ID"/>
                    </a:p>
                  </a:txBody>
                </a:tc>
                <a:tc>
                  <a:txBody>
                    <a:bodyPr/>
                    <a:lstStyle/>
                    <a:p>
                      <a:r>
                        <a:rPr altLang="in-ID" lang="en-US"/>
                        <a:t>K</a:t>
                      </a:r>
                      <a:r>
                        <a:rPr altLang="in-ID" lang="en-US"/>
                        <a:t>e</a:t>
                      </a:r>
                      <a:r>
                        <a:rPr altLang="in-ID" lang="en-US"/>
                        <a:t>t</a:t>
                      </a:r>
                      <a:r>
                        <a:rPr altLang="in-ID" lang="en-US"/>
                        <a:t>e</a:t>
                      </a:r>
                      <a:r>
                        <a:rPr altLang="in-ID" lang="en-US"/>
                        <a:t>r</a:t>
                      </a:r>
                      <a:r>
                        <a:rPr altLang="in-ID" lang="en-US"/>
                        <a:t>a</a:t>
                      </a:r>
                      <a:r>
                        <a:rPr altLang="in-ID" lang="en-US"/>
                        <a:t>ngan </a:t>
                      </a:r>
                      <a:endParaRPr altLang="en-US" lang="in-ID"/>
                    </a:p>
                  </a:txBody>
                </a:tc>
              </a:tr>
              <a:tr h="391885">
                <a:tc>
                  <a:txBody>
                    <a:bodyPr/>
                    <a:p>
                      <a:r>
                        <a:t>OB001</a:t>
                      </a:r>
                    </a:p>
                  </a:txBody>
                </a:tc>
                <a:tc>
                  <a:txBody>
                    <a:bodyPr/>
                    <a:p>
                      <a:r>
                        <a:t>Paracetamol 500mg</a:t>
                      </a:r>
                    </a:p>
                  </a:txBody>
                </a:tc>
                <a:tc>
                  <a:txBody>
                    <a:bodyPr/>
                    <a:p>
                      <a:r>
                        <a:t>120</a:t>
                      </a:r>
                    </a:p>
                  </a:txBody>
                </a:tc>
                <a:tc>
                  <a:txBody>
                    <a:bodyPr/>
                    <a:p>
                      <a:r>
                        <a:rPr altLang="in-ID" lang="en-US"/>
                        <a:t>1</a:t>
                      </a:r>
                      <a:r>
                        <a:rPr altLang="in-ID" lang="en-US"/>
                        <a:t>1</a:t>
                      </a:r>
                      <a:r>
                        <a:rPr altLang="in-ID" lang="en-US"/>
                        <a:t>8</a:t>
                      </a:r>
                      <a:endParaRPr altLang="en-US" lang="zh-CN"/>
                    </a:p>
                  </a:txBody>
                </a:tc>
                <a:tc>
                  <a:txBody>
                    <a:bodyPr/>
                    <a:lstStyle/>
                    <a:p>
                      <a:r>
                        <a:rPr altLang="in-ID" lang="en-US"/>
                        <a:t>-</a:t>
                      </a:r>
                      <a:r>
                        <a:rPr altLang="in-ID" lang="en-US"/>
                        <a:t>2</a:t>
                      </a:r>
                      <a:endParaRPr altLang="en-US" lang="in-ID"/>
                    </a:p>
                    <a:p>
                      <a:endParaRPr altLang="en-US" lang="in-ID"/>
                    </a:p>
                  </a:txBody>
                </a:tc>
                <a:tc>
                  <a:txBody>
                    <a:bodyPr/>
                    <a:lstStyle/>
                    <a:p>
                      <a:r>
                        <a:rPr altLang="in-ID" lang="en-US"/>
                        <a:t>K</a:t>
                      </a:r>
                      <a:r>
                        <a:rPr altLang="in-ID" lang="en-US"/>
                        <a:t>u</a:t>
                      </a:r>
                      <a:r>
                        <a:rPr altLang="in-ID" lang="en-US"/>
                        <a:t>r</a:t>
                      </a:r>
                      <a:r>
                        <a:rPr altLang="in-ID" lang="en-US"/>
                        <a:t>a</a:t>
                      </a:r>
                      <a:r>
                        <a:rPr altLang="in-ID" lang="en-US"/>
                        <a:t>ng </a:t>
                      </a:r>
                      <a:endParaRPr altLang="en-US" lang="in-ID"/>
                    </a:p>
                  </a:txBody>
                </a:tc>
              </a:tr>
              <a:tr h="391885">
                <a:tc>
                  <a:txBody>
                    <a:bodyPr/>
                    <a:p>
                      <a:r>
                        <a:t>OB002</a:t>
                      </a:r>
                    </a:p>
                  </a:txBody>
                </a:tc>
                <a:tc>
                  <a:txBody>
                    <a:bodyPr/>
                    <a:p>
                      <a:r>
                        <a:t>Amoxicillin 500mg</a:t>
                      </a:r>
                    </a:p>
                  </a:txBody>
                </a:tc>
                <a:tc>
                  <a:txBody>
                    <a:bodyPr/>
                    <a:p>
                      <a:r>
                        <a:t>50</a:t>
                      </a:r>
                    </a:p>
                  </a:txBody>
                </a:tc>
                <a:tc>
                  <a:txBody>
                    <a:bodyPr/>
                    <a:p>
                      <a:r>
                        <a:rPr altLang="in-ID" lang="en-US"/>
                        <a:t>5</a:t>
                      </a:r>
                      <a:r>
                        <a:rPr altLang="in-ID" lang="en-US"/>
                        <a:t>2</a:t>
                      </a:r>
                      <a:endParaRPr altLang="en-US" lang="zh-CN"/>
                    </a:p>
                  </a:txBody>
                </a:tc>
                <a:tc>
                  <a:txBody>
                    <a:bodyPr/>
                    <a:lstStyle/>
                    <a:p>
                      <a:r>
                        <a:rPr altLang="in-ID" lang="en-US"/>
                        <a:t>+</a:t>
                      </a:r>
                      <a:r>
                        <a:rPr altLang="in-ID" lang="en-US"/>
                        <a:t>2</a:t>
                      </a:r>
                      <a:endParaRPr altLang="en-US" lang="in-ID"/>
                    </a:p>
                  </a:txBody>
                </a:tc>
                <a:tc>
                  <a:txBody>
                    <a:bodyPr/>
                    <a:lstStyle/>
                    <a:p>
                      <a:r>
                        <a:rPr altLang="in-ID" lang="en-US"/>
                        <a:t>L</a:t>
                      </a:r>
                      <a:r>
                        <a:rPr altLang="in-ID" lang="en-US"/>
                        <a:t>e</a:t>
                      </a:r>
                      <a:r>
                        <a:rPr altLang="in-ID" lang="en-US"/>
                        <a:t>b</a:t>
                      </a:r>
                      <a:r>
                        <a:rPr altLang="in-ID" lang="en-US"/>
                        <a:t>ih </a:t>
                      </a:r>
                      <a:endParaRPr altLang="en-US" lang="in-ID"/>
                    </a:p>
                  </a:txBody>
                </a:tc>
              </a:tr>
              <a:tr h="391885">
                <a:tc>
                  <a:txBody>
                    <a:bodyPr/>
                    <a:p>
                      <a:r>
                        <a:t>OB003</a:t>
                      </a:r>
                    </a:p>
                  </a:txBody>
                </a:tc>
                <a:tc>
                  <a:txBody>
                    <a:bodyPr/>
                    <a:p>
                      <a:r>
                        <a:t>Vitamin C 100mg</a:t>
                      </a:r>
                    </a:p>
                  </a:txBody>
                </a:tc>
                <a:tc>
                  <a:txBody>
                    <a:bodyPr/>
                    <a:p>
                      <a:r>
                        <a:t>200</a:t>
                      </a:r>
                    </a:p>
                  </a:txBody>
                </a:tc>
                <a:tc>
                  <a:txBody>
                    <a:bodyPr/>
                    <a:p>
                      <a:r>
                        <a:rPr altLang="in-ID" lang="en-US"/>
                        <a:t>1</a:t>
                      </a:r>
                      <a:r>
                        <a:rPr altLang="in-ID" lang="en-US"/>
                        <a:t>0</a:t>
                      </a:r>
                      <a:r>
                        <a:rPr altLang="in-ID" lang="en-US"/>
                        <a:t>0</a:t>
                      </a:r>
                      <a:endParaRPr altLang="en-US" lang="zh-CN"/>
                    </a:p>
                  </a:txBody>
                </a:tc>
                <a:tc>
                  <a:txBody>
                    <a:bodyPr/>
                    <a:lstStyle/>
                    <a:p>
                      <a:r>
                        <a:rPr altLang="in-ID" lang="en-US"/>
                        <a:t>0</a:t>
                      </a:r>
                      <a:endParaRPr altLang="en-US" lang="in-ID"/>
                    </a:p>
                  </a:txBody>
                </a:tc>
                <a:tc>
                  <a:txBody>
                    <a:bodyPr/>
                    <a:lstStyle/>
                    <a:p>
                      <a:r>
                        <a:rPr altLang="in-ID" lang="en-US"/>
                        <a:t>S</a:t>
                      </a:r>
                      <a:r>
                        <a:rPr altLang="in-ID" lang="en-US"/>
                        <a:t>e</a:t>
                      </a:r>
                      <a:r>
                        <a:rPr altLang="in-ID" lang="en-US"/>
                        <a:t>s</a:t>
                      </a:r>
                      <a:r>
                        <a:rPr altLang="in-ID" lang="en-US"/>
                        <a:t>u</a:t>
                      </a:r>
                      <a:r>
                        <a:rPr altLang="in-ID" lang="en-US"/>
                        <a:t>ai </a:t>
                      </a:r>
                      <a:endParaRPr altLang="en-US" lang="in-ID"/>
                    </a:p>
                  </a:txBody>
                </a:tc>
              </a:tr>
              <a:tr h="391890">
                <a:tc>
                  <a:txBody>
                    <a:bodyPr/>
                    <a:p/>
                  </a:txBody>
                </a:tc>
                <a:tc>
                  <a:txBody>
                    <a:bodyPr/>
                    <a:p/>
                  </a:txBody>
                </a:tc>
                <a:tc>
                  <a:txBody>
                    <a:bodyPr/>
                    <a:p/>
                  </a:txBody>
                </a:tc>
                <a:tc>
                  <a:txBody>
                    <a:bodyPr/>
                    <a:p/>
                  </a:txBody>
                </a:tc>
                <a:tc>
                  <a:txBody>
                    <a:bodyPr/>
                    <a:lstStyle/>
                    <a:p>
                      <a:endParaRPr altLang="en-US" lang="in-ID"/>
                    </a:p>
                  </a:txBody>
                </a:tc>
                <a:tc>
                  <a:txBody>
                    <a:bodyPr/>
                    <a:lstStyle/>
                    <a:p>
                      <a:endParaRPr altLang="en-US" lang="in-ID"/>
                    </a:p>
                  </a:txBody>
                </a:tc>
              </a:tr>
            </a:tbl>
          </a:graphicData>
        </a:graphic>
      </p:graphicFrame>
      <p:sp>
        <p:nvSpPr>
          <p:cNvPr id="1048627" name="Rounded Rectangle 3">
            <a:hlinkClick r:id="rId1" action="ppaction://hlinksldjump"/>
          </p:cNvPr>
          <p:cNvSpPr/>
          <p:nvPr/>
        </p:nvSpPr>
        <p:spPr>
          <a:xfrm>
            <a:off x="6400800" y="4297680"/>
            <a:ext cx="1828800" cy="457200"/>
          </a:xfrm>
          <a:prstGeom prst="roundRect"/>
          <a:solidFill>
            <a:srgbClr val="6478B4"/>
          </a:solidFill>
        </p:spPr>
        <p:style>
          <a:lnRef idx="1">
            <a:schemeClr val="accent1"/>
          </a:lnRef>
          <a:fillRef idx="3">
            <a:schemeClr val="accent1"/>
          </a:fillRef>
          <a:effectRef idx="2">
            <a:schemeClr val="accent1"/>
          </a:effectRef>
          <a:fontRef idx="minor">
            <a:schemeClr val="lt1"/>
          </a:fontRef>
        </p:style>
        <p:txBody>
          <a:bodyPr anchor="ctr" rtlCol="0"/>
          <a:p>
            <a:pPr>
              <a:defRPr sz="1200">
                <a:solidFill>
                  <a:srgbClr val="FFFFFF"/>
                </a:solidFill>
              </a:defRPr>
            </a:pPr>
            <a:r>
              <a:t>Kembali ke Menu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p:grpSpPr>
      <p:sp>
        <p:nvSpPr>
          <p:cNvPr id="1048631" name="TextBox 1"/>
          <p:cNvSpPr txBox="1"/>
          <p:nvPr/>
        </p:nvSpPr>
        <p:spPr>
          <a:xfrm>
            <a:off x="731520" y="457200"/>
            <a:ext cx="2045316" cy="358140"/>
          </a:xfrm>
          <a:prstGeom prst="rect"/>
          <a:noFill/>
        </p:spPr>
        <p:txBody>
          <a:bodyPr wrap="none">
            <a:spAutoFit/>
          </a:bodyPr>
          <a:p>
            <a:r>
              <a:t>Laporan &amp; Analisis</a:t>
            </a:r>
          </a:p>
        </p:txBody>
      </p:sp>
      <p:graphicFrame>
        <p:nvGraphicFramePr>
          <p:cNvPr id="4194309" name="Table 2"/>
          <p:cNvGraphicFramePr>
            <a:graphicFrameLocks noGrp="1"/>
          </p:cNvGraphicFramePr>
          <p:nvPr/>
        </p:nvGraphicFramePr>
        <p:xfrm>
          <a:off x="731520" y="1280160"/>
          <a:ext cx="8229600" cy="2743200"/>
        </p:xfrm>
        <a:graphic>
          <a:graphicData uri="http://schemas.openxmlformats.org/drawingml/2006/table">
            <a:tbl>
              <a:tblPr firstRow="1" bandRow="1">
                <a:tableStyleId>{5C22544A-7EE6-4342-B048-85BDC9FD1C3A}</a:tableStyleId>
              </a:tblPr>
              <a:tblGrid>
                <a:gridCol w="2057400"/>
                <a:gridCol w="2057400"/>
                <a:gridCol w="2057400"/>
                <a:gridCol w="2057400"/>
              </a:tblGrid>
              <a:tr h="391885">
                <a:tc>
                  <a:txBody>
                    <a:bodyPr/>
                    <a:p>
                      <a:r>
                        <a:t>Kode Obat</a:t>
                      </a:r>
                    </a:p>
                  </a:txBody>
                </a:tc>
                <a:tc>
                  <a:txBody>
                    <a:bodyPr/>
                    <a:p>
                      <a:r>
                        <a:t>Nama Obat</a:t>
                      </a:r>
                    </a:p>
                  </a:txBody>
                </a:tc>
                <a:tc>
                  <a:txBody>
                    <a:bodyPr/>
                    <a:p>
                      <a:r>
                        <a:rPr altLang="in-ID" lang="en-US"/>
                        <a:t>J</a:t>
                      </a:r>
                      <a:r>
                        <a:rPr altLang="in-ID" lang="en-US"/>
                        <a:t>u</a:t>
                      </a:r>
                      <a:r>
                        <a:rPr altLang="in-ID" lang="en-US"/>
                        <a:t>m</a:t>
                      </a:r>
                      <a:r>
                        <a:rPr altLang="in-ID" lang="en-US"/>
                        <a:t>b</a:t>
                      </a:r>
                      <a:r>
                        <a:rPr altLang="in-ID" lang="en-US"/>
                        <a:t>lah </a:t>
                      </a:r>
                      <a:r>
                        <a:rPr altLang="in-ID" lang="en-US"/>
                        <a:t>d</a:t>
                      </a:r>
                      <a:r>
                        <a:rPr altLang="in-ID" lang="en-US"/>
                        <a:t>i</a:t>
                      </a:r>
                      <a:r>
                        <a:rPr altLang="in-ID" lang="en-US"/>
                        <a:t>g</a:t>
                      </a:r>
                      <a:r>
                        <a:rPr altLang="in-ID" lang="en-US"/>
                        <a:t>u</a:t>
                      </a:r>
                      <a:r>
                        <a:rPr altLang="in-ID" lang="en-US"/>
                        <a:t>nakan </a:t>
                      </a:r>
                      <a:endParaRPr altLang="en-US" lang="zh-CN"/>
                    </a:p>
                  </a:txBody>
                </a:tc>
                <a:tc>
                  <a:txBody>
                    <a:bodyPr/>
                    <a:p>
                      <a:r>
                        <a:rPr altLang="in-ID" lang="en-US"/>
                        <a:t>P</a:t>
                      </a:r>
                      <a:r>
                        <a:rPr altLang="in-ID" lang="en-US"/>
                        <a:t>e</a:t>
                      </a:r>
                      <a:r>
                        <a:rPr altLang="in-ID" lang="en-US"/>
                        <a:t>r</a:t>
                      </a:r>
                      <a:r>
                        <a:rPr altLang="in-ID" lang="en-US"/>
                        <a:t>i</a:t>
                      </a:r>
                      <a:r>
                        <a:rPr altLang="in-ID" lang="en-US"/>
                        <a:t>o</a:t>
                      </a:r>
                      <a:r>
                        <a:rPr altLang="in-ID" lang="en-US"/>
                        <a:t>d</a:t>
                      </a:r>
                      <a:r>
                        <a:rPr altLang="in-ID" lang="en-US"/>
                        <a:t>e</a:t>
                      </a:r>
                      <a:r>
                        <a:rPr altLang="in-ID" lang="en-US"/>
                        <a:t> </a:t>
                      </a:r>
                      <a:r>
                        <a:rPr altLang="in-ID" lang="en-US"/>
                        <a:t>w</a:t>
                      </a:r>
                      <a:r>
                        <a:rPr altLang="in-ID" lang="en-US"/>
                        <a:t>a</a:t>
                      </a:r>
                      <a:r>
                        <a:rPr altLang="in-ID" lang="en-US"/>
                        <a:t>k</a:t>
                      </a:r>
                      <a:r>
                        <a:rPr altLang="in-ID" lang="en-US"/>
                        <a:t>t</a:t>
                      </a:r>
                      <a:r>
                        <a:rPr altLang="in-ID" lang="en-US"/>
                        <a:t>u </a:t>
                      </a:r>
                      <a:endParaRPr altLang="en-US" lang="zh-CN"/>
                    </a:p>
                  </a:txBody>
                </a:tc>
              </a:tr>
              <a:tr h="391885">
                <a:tc>
                  <a:txBody>
                    <a:bodyPr/>
                    <a:p>
                      <a:r>
                        <a:t>OB001</a:t>
                      </a:r>
                    </a:p>
                  </a:txBody>
                </a:tc>
                <a:tc>
                  <a:txBody>
                    <a:bodyPr/>
                    <a:p>
                      <a:r>
                        <a:t>Paracetamol 500mg</a:t>
                      </a:r>
                    </a:p>
                  </a:txBody>
                </a:tc>
                <a:tc>
                  <a:txBody>
                    <a:bodyPr/>
                    <a:p>
                      <a:r>
                        <a:rPr altLang="in-ID" lang="en-US"/>
                        <a:t>5</a:t>
                      </a:r>
                      <a:r>
                        <a:rPr altLang="in-ID" lang="en-US"/>
                        <a:t>0</a:t>
                      </a:r>
                      <a:r>
                        <a:rPr altLang="in-ID" lang="en-US"/>
                        <a:t>0</a:t>
                      </a:r>
                      <a:endParaRPr altLang="en-US" lang="zh-CN"/>
                    </a:p>
                  </a:txBody>
                </a:tc>
                <a:tc>
                  <a:txBody>
                    <a:bodyPr/>
                    <a:p>
                      <a:r>
                        <a:rPr altLang="in-ID" lang="en-US"/>
                        <a:t>B</a:t>
                      </a:r>
                      <a:r>
                        <a:rPr altLang="in-ID" lang="en-US"/>
                        <a:t>u</a:t>
                      </a:r>
                      <a:r>
                        <a:rPr altLang="in-ID" lang="en-US"/>
                        <a:t>l</a:t>
                      </a:r>
                      <a:r>
                        <a:rPr altLang="in-ID" lang="en-US"/>
                        <a:t>an </a:t>
                      </a:r>
                      <a:r>
                        <a:rPr altLang="in-ID" lang="en-US"/>
                        <a:t>November </a:t>
                      </a:r>
                      <a:endParaRPr altLang="en-US" lang="zh-CN"/>
                    </a:p>
                  </a:txBody>
                </a:tc>
              </a:tr>
              <a:tr h="391885">
                <a:tc>
                  <a:txBody>
                    <a:bodyPr/>
                    <a:p>
                      <a:r>
                        <a:t>OB002</a:t>
                      </a:r>
                    </a:p>
                  </a:txBody>
                </a:tc>
                <a:tc>
                  <a:txBody>
                    <a:bodyPr/>
                    <a:p>
                      <a:r>
                        <a:t>Amoxicillin 500mg</a:t>
                      </a:r>
                    </a:p>
                  </a:txBody>
                </a:tc>
                <a:tc>
                  <a:txBody>
                    <a:bodyPr/>
                    <a:p>
                      <a:r>
                        <a:rPr altLang="in-ID" lang="en-US"/>
                        <a:t>3</a:t>
                      </a:r>
                      <a:r>
                        <a:rPr altLang="in-ID" lang="en-US"/>
                        <a:t>0</a:t>
                      </a:r>
                      <a:r>
                        <a:rPr altLang="in-ID" lang="en-US"/>
                        <a:t>0</a:t>
                      </a:r>
                      <a:endParaRPr altLang="en-US" lang="zh-CN"/>
                    </a:p>
                  </a:txBody>
                </a:tc>
                <a:tc>
                  <a:txBody>
                    <a:bodyPr/>
                    <a:p>
                      <a:r>
                        <a:rPr altLang="in-ID" lang="en-US"/>
                        <a:t>B</a:t>
                      </a:r>
                      <a:r>
                        <a:rPr altLang="in-ID" lang="en-US"/>
                        <a:t>u</a:t>
                      </a:r>
                      <a:r>
                        <a:rPr altLang="in-ID" lang="en-US"/>
                        <a:t>l</a:t>
                      </a:r>
                      <a:r>
                        <a:rPr altLang="in-ID" lang="en-US"/>
                        <a:t>an </a:t>
                      </a:r>
                      <a:r>
                        <a:rPr altLang="in-ID" lang="en-US"/>
                        <a:t>November </a:t>
                      </a:r>
                      <a:endParaRPr altLang="en-US" lang="zh-CN"/>
                    </a:p>
                  </a:txBody>
                </a:tc>
              </a:tr>
              <a:tr h="391885">
                <a:tc>
                  <a:txBody>
                    <a:bodyPr/>
                    <a:p>
                      <a:r>
                        <a:t>OB003</a:t>
                      </a:r>
                    </a:p>
                  </a:txBody>
                </a:tc>
                <a:tc>
                  <a:txBody>
                    <a:bodyPr/>
                    <a:p>
                      <a:r>
                        <a:t>Vitamin C 100mg</a:t>
                      </a:r>
                    </a:p>
                  </a:txBody>
                </a:tc>
                <a:tc>
                  <a:txBody>
                    <a:bodyPr/>
                    <a:p>
                      <a:r>
                        <a:rPr altLang="in-ID" lang="en-US"/>
                        <a:t>4</a:t>
                      </a:r>
                      <a:r>
                        <a:rPr altLang="in-ID" lang="en-US"/>
                        <a:t>0</a:t>
                      </a:r>
                      <a:r>
                        <a:rPr altLang="in-ID" lang="en-US"/>
                        <a:t>0</a:t>
                      </a:r>
                      <a:endParaRPr altLang="en-US" lang="zh-CN"/>
                    </a:p>
                  </a:txBody>
                </a:tc>
                <a:tc>
                  <a:txBody>
                    <a:bodyPr/>
                    <a:p>
                      <a:r>
                        <a:rPr altLang="in-ID" lang="en-US"/>
                        <a:t>B</a:t>
                      </a:r>
                      <a:r>
                        <a:rPr altLang="in-ID" lang="en-US"/>
                        <a:t>u</a:t>
                      </a:r>
                      <a:r>
                        <a:rPr altLang="in-ID" lang="en-US"/>
                        <a:t>l</a:t>
                      </a:r>
                      <a:r>
                        <a:rPr altLang="in-ID" lang="en-US"/>
                        <a:t>an </a:t>
                      </a:r>
                      <a:r>
                        <a:rPr altLang="in-ID" lang="en-US"/>
                        <a:t>November </a:t>
                      </a:r>
                      <a:endParaRPr altLang="en-US" lang="zh-CN"/>
                    </a:p>
                  </a:txBody>
                </a:tc>
              </a:tr>
              <a:tr h="391890">
                <a:tc>
                  <a:txBody>
                    <a:bodyPr/>
                    <a:p/>
                  </a:txBody>
                </a:tc>
                <a:tc>
                  <a:txBody>
                    <a:bodyPr/>
                    <a:p/>
                  </a:txBody>
                </a:tc>
                <a:tc>
                  <a:txBody>
                    <a:bodyPr/>
                    <a:p/>
                  </a:txBody>
                </a:tc>
                <a:tc>
                  <a:txBody>
                    <a:bodyPr/>
                    <a:p/>
                  </a:txBody>
                </a:tc>
              </a:tr>
            </a:tbl>
          </a:graphicData>
        </a:graphic>
      </p:graphicFrame>
      <p:sp>
        <p:nvSpPr>
          <p:cNvPr id="1048632" name="Rounded Rectangle 3">
            <a:hlinkClick r:id="rId1" action="ppaction://hlinksldjump"/>
          </p:cNvPr>
          <p:cNvSpPr/>
          <p:nvPr/>
        </p:nvSpPr>
        <p:spPr>
          <a:xfrm>
            <a:off x="6400800" y="4297680"/>
            <a:ext cx="1828800" cy="457200"/>
          </a:xfrm>
          <a:prstGeom prst="roundRect"/>
          <a:solidFill>
            <a:srgbClr val="6478B4"/>
          </a:solidFill>
        </p:spPr>
        <p:style>
          <a:lnRef idx="1">
            <a:schemeClr val="accent1"/>
          </a:lnRef>
          <a:fillRef idx="3">
            <a:schemeClr val="accent1"/>
          </a:fillRef>
          <a:effectRef idx="2">
            <a:schemeClr val="accent1"/>
          </a:effectRef>
          <a:fontRef idx="minor">
            <a:schemeClr val="lt1"/>
          </a:fontRef>
        </p:style>
        <p:txBody>
          <a:bodyPr anchor="ctr" rtlCol="0"/>
          <a:p>
            <a:pPr>
              <a:defRPr sz="1200">
                <a:solidFill>
                  <a:srgbClr val="FFFFFF"/>
                </a:solidFill>
              </a:defRPr>
            </a:pPr>
            <a:r>
              <a:t>Kembali ke Menu</a:t>
            </a: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Macintosh PowerPoint</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RMX3938</dc:creator>
  <cp:lastModifiedBy>Steve Canny</cp:lastModifiedBy>
  <dcterms:created xsi:type="dcterms:W3CDTF">2013-01-25T21:14:16Z</dcterms:created>
  <dcterms:modified xsi:type="dcterms:W3CDTF">2025-11-22T07:28:52Z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e6833cdd8a2c46398481012ce402c005</vt:lpwstr>
  </property>
</Properties>
</file>